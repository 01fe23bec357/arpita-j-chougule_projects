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89985B-4C20-49EA-B6A6-0AEC68662C7C}">
  <a:tblStyle styleId="{6D89985B-4C20-49EA-B6A6-0AEC68662C7C}"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A"/>
          </a:solidFill>
        </a:fill>
      </a:tcStyle>
    </a:wholeTbl>
    <a:band1H>
      <a:tcTxStyle/>
      <a:tcStyle>
        <a:fill>
          <a:solidFill>
            <a:srgbClr val="CBE2F5"/>
          </a:solidFill>
        </a:fill>
      </a:tcStyle>
    </a:band1H>
    <a:band2H>
      <a:tcTxStyle/>
    </a:band2H>
    <a:band1V>
      <a:tcTxStyle/>
      <a:tcStyle>
        <a:fill>
          <a:solidFill>
            <a:srgbClr val="CBE2F5"/>
          </a:solidFill>
        </a:fill>
      </a:tcStyle>
    </a:band1V>
    <a:band2V>
      <a:tcTxStyle/>
    </a:band2V>
    <a:lastCol>
      <a:tcTxStyle b="on" i="off">
        <a:font>
          <a:latin typeface="Tw Cen MT"/>
          <a:ea typeface="Tw Cen MT"/>
          <a:cs typeface="Tw Cen MT"/>
        </a:font>
        <a:schemeClr val="lt1"/>
      </a:tcTxStyle>
      <a:tcStyle>
        <a:fill>
          <a:solidFill>
            <a:schemeClr val="accent1"/>
          </a:solidFill>
        </a:fill>
      </a:tcStyle>
    </a:lastCol>
    <a:firstCol>
      <a:tcTxStyle b="on" i="off">
        <a:font>
          <a:latin typeface="Tw Cen MT"/>
          <a:ea typeface="Tw Cen MT"/>
          <a:cs typeface="Tw Cen MT"/>
        </a:font>
        <a:schemeClr val="lt1"/>
      </a:tcTxStyle>
      <a:tcStyle>
        <a:fill>
          <a:solidFill>
            <a:schemeClr val="accent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 name="Shape 365"/>
        <p:cNvGrpSpPr/>
        <p:nvPr/>
      </p:nvGrpSpPr>
      <p:grpSpPr>
        <a:xfrm>
          <a:off x="0" y="0"/>
          <a:ext cx="0" cy="0"/>
          <a:chOff x="0" y="0"/>
          <a:chExt cx="0" cy="0"/>
        </a:xfrm>
      </p:grpSpPr>
      <p:sp>
        <p:nvSpPr>
          <p:cNvPr id="366" name="Google Shape;366;n"/>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7" name="Google Shape;367;n"/>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8" name="Google Shape;368;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n"/>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370" name="Google Shape;370;n"/>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1" name="Google Shape;371;n"/>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 name="Google Shape;6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19" name="Shape 419"/>
        <p:cNvGrpSpPr/>
        <p:nvPr/>
      </p:nvGrpSpPr>
      <p:grpSpPr>
        <a:xfrm>
          <a:off x="0" y="0"/>
          <a:ext cx="0" cy="0"/>
          <a:chOff x="0" y="0"/>
          <a:chExt cx="0" cy="0"/>
        </a:xfrm>
      </p:grpSpPr>
      <p:pic>
        <p:nvPicPr>
          <p:cNvPr descr="\\DROBO-FS\QuickDrops\JB\PPTX NG\Droplets\LightingOverlay.png" id="420" name="Google Shape;420;p2"/>
          <p:cNvPicPr preferRelativeResize="0"/>
          <p:nvPr/>
        </p:nvPicPr>
        <p:blipFill rotWithShape="1">
          <a:blip r:embed="rId2">
            <a:alphaModFix amt="30000"/>
          </a:blip>
          <a:srcRect b="0" l="0" r="0" t="0"/>
          <a:stretch/>
        </p:blipFill>
        <p:spPr>
          <a:xfrm>
            <a:off x="0" y="-1"/>
            <a:ext cx="12192004" cy="6858001"/>
          </a:xfrm>
          <a:prstGeom prst="rect">
            <a:avLst/>
          </a:prstGeom>
          <a:noFill/>
          <a:ln>
            <a:noFill/>
          </a:ln>
        </p:spPr>
      </p:pic>
      <p:grpSp>
        <p:nvGrpSpPr>
          <p:cNvPr id="421" name="Google Shape;421;p2"/>
          <p:cNvGrpSpPr/>
          <p:nvPr/>
        </p:nvGrpSpPr>
        <p:grpSpPr>
          <a:xfrm>
            <a:off x="0" y="0"/>
            <a:ext cx="2305051" cy="6858001"/>
            <a:chOff x="0" y="0"/>
            <a:chExt cx="2305051" cy="6858001"/>
          </a:xfrm>
        </p:grpSpPr>
        <p:sp>
          <p:nvSpPr>
            <p:cNvPr id="422" name="Google Shape;422;p2"/>
            <p:cNvSpPr/>
            <p:nvPr/>
          </p:nvSpPr>
          <p:spPr>
            <a:xfrm>
              <a:off x="1209675" y="4763"/>
              <a:ext cx="23700" cy="2181300"/>
            </a:xfrm>
            <a:prstGeom prst="rect">
              <a:avLst/>
            </a:pr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
            <p:cNvSpPr/>
            <p:nvPr/>
          </p:nvSpPr>
          <p:spPr>
            <a:xfrm>
              <a:off x="1128713"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
            <p:cNvSpPr/>
            <p:nvPr/>
          </p:nvSpPr>
          <p:spPr>
            <a:xfrm>
              <a:off x="1123950"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
            <p:cNvSpPr/>
            <p:nvPr/>
          </p:nvSpPr>
          <p:spPr>
            <a:xfrm>
              <a:off x="414338" y="9525"/>
              <a:ext cx="28500" cy="4481400"/>
            </a:xfrm>
            <a:prstGeom prst="rect">
              <a:avLst/>
            </a:pr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
            <p:cNvSpPr/>
            <p:nvPr/>
          </p:nvSpPr>
          <p:spPr>
            <a:xfrm>
              <a:off x="333375"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
            <p:cNvSpPr/>
            <p:nvPr/>
          </p:nvSpPr>
          <p:spPr>
            <a:xfrm>
              <a:off x="190500" y="9525"/>
              <a:ext cx="152400" cy="908050"/>
            </a:xfrm>
            <a:custGeom>
              <a:rect b="b" l="l" r="r" t="t"/>
              <a:pathLst>
                <a:path extrusionOk="0" h="572" w="96">
                  <a:moveTo>
                    <a:pt x="15" y="572"/>
                  </a:moveTo>
                  <a:lnTo>
                    <a:pt x="0" y="566"/>
                  </a:lnTo>
                  <a:lnTo>
                    <a:pt x="81" y="380"/>
                  </a:lnTo>
                  <a:lnTo>
                    <a:pt x="81" y="0"/>
                  </a:lnTo>
                  <a:lnTo>
                    <a:pt x="96" y="0"/>
                  </a:lnTo>
                  <a:lnTo>
                    <a:pt x="96" y="383"/>
                  </a:lnTo>
                  <a:lnTo>
                    <a:pt x="15" y="572"/>
                  </a:lnTo>
                  <a:close/>
                </a:path>
              </a:pathLst>
            </a:custGeom>
            <a:gradFill>
              <a:gsLst>
                <a:gs pos="0">
                  <a:schemeClr val="lt2"/>
                </a:gs>
                <a:gs pos="100000">
                  <a:srgbClr val="65747C"/>
                </a:gs>
              </a:gsLst>
              <a:lin ang="5400012" scaled="0"/>
            </a:gradFill>
            <a:ln>
              <a:noFill/>
            </a:ln>
          </p:spPr>
        </p:sp>
        <p:sp>
          <p:nvSpPr>
            <p:cNvPr id="428" name="Google Shape;428;p2"/>
            <p:cNvSpPr/>
            <p:nvPr/>
          </p:nvSpPr>
          <p:spPr>
            <a:xfrm>
              <a:off x="1290638" y="14288"/>
              <a:ext cx="376238" cy="1801813"/>
            </a:xfrm>
            <a:custGeom>
              <a:rect b="b" l="l" r="r" t="t"/>
              <a:pathLst>
                <a:path extrusionOk="0" h="1135" w="237">
                  <a:moveTo>
                    <a:pt x="222" y="1135"/>
                  </a:moveTo>
                  <a:lnTo>
                    <a:pt x="0" y="620"/>
                  </a:lnTo>
                  <a:lnTo>
                    <a:pt x="0" y="0"/>
                  </a:lnTo>
                  <a:lnTo>
                    <a:pt x="18" y="0"/>
                  </a:lnTo>
                  <a:lnTo>
                    <a:pt x="18" y="617"/>
                  </a:lnTo>
                  <a:lnTo>
                    <a:pt x="237" y="1129"/>
                  </a:lnTo>
                  <a:lnTo>
                    <a:pt x="222" y="1135"/>
                  </a:lnTo>
                  <a:close/>
                </a:path>
              </a:pathLst>
            </a:custGeom>
            <a:gradFill>
              <a:gsLst>
                <a:gs pos="0">
                  <a:schemeClr val="lt2"/>
                </a:gs>
                <a:gs pos="100000">
                  <a:srgbClr val="65747C"/>
                </a:gs>
              </a:gsLst>
              <a:lin ang="5400012" scaled="0"/>
            </a:gradFill>
            <a:ln>
              <a:noFill/>
            </a:ln>
          </p:spPr>
        </p:sp>
        <p:sp>
          <p:nvSpPr>
            <p:cNvPr id="429" name="Google Shape;429;p2"/>
            <p:cNvSpPr/>
            <p:nvPr/>
          </p:nvSpPr>
          <p:spPr>
            <a:xfrm>
              <a:off x="1600200" y="180181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
            <p:cNvSpPr/>
            <p:nvPr/>
          </p:nvSpPr>
          <p:spPr>
            <a:xfrm>
              <a:off x="1381125" y="9525"/>
              <a:ext cx="371475" cy="1425575"/>
            </a:xfrm>
            <a:custGeom>
              <a:rect b="b" l="l" r="r" t="t"/>
              <a:pathLst>
                <a:path extrusionOk="0" h="898" w="234">
                  <a:moveTo>
                    <a:pt x="219" y="898"/>
                  </a:moveTo>
                  <a:lnTo>
                    <a:pt x="0" y="383"/>
                  </a:lnTo>
                  <a:lnTo>
                    <a:pt x="0" y="0"/>
                  </a:lnTo>
                  <a:lnTo>
                    <a:pt x="15" y="0"/>
                  </a:lnTo>
                  <a:lnTo>
                    <a:pt x="15" y="380"/>
                  </a:lnTo>
                  <a:lnTo>
                    <a:pt x="234" y="892"/>
                  </a:lnTo>
                  <a:lnTo>
                    <a:pt x="219" y="898"/>
                  </a:lnTo>
                  <a:close/>
                </a:path>
              </a:pathLst>
            </a:custGeom>
            <a:gradFill>
              <a:gsLst>
                <a:gs pos="0">
                  <a:schemeClr val="lt2"/>
                </a:gs>
                <a:gs pos="100000">
                  <a:srgbClr val="65747C"/>
                </a:gs>
              </a:gsLst>
              <a:lin ang="5400012" scaled="0"/>
            </a:gradFill>
            <a:ln>
              <a:noFill/>
            </a:ln>
          </p:spPr>
        </p:sp>
        <p:sp>
          <p:nvSpPr>
            <p:cNvPr id="431" name="Google Shape;431;p2"/>
            <p:cNvSpPr/>
            <p:nvPr/>
          </p:nvSpPr>
          <p:spPr>
            <a:xfrm>
              <a:off x="1643063"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65747C"/>
                </a:gs>
              </a:gsLst>
              <a:lin ang="5400012" scaled="0"/>
            </a:gradFill>
            <a:ln>
              <a:noFill/>
            </a:ln>
          </p:spPr>
        </p:sp>
        <p:sp>
          <p:nvSpPr>
            <p:cNvPr id="432" name="Google Shape;432;p2"/>
            <p:cNvSpPr/>
            <p:nvPr/>
          </p:nvSpPr>
          <p:spPr>
            <a:xfrm>
              <a:off x="1685925" y="14208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
            <p:cNvSpPr/>
            <p:nvPr/>
          </p:nvSpPr>
          <p:spPr>
            <a:xfrm>
              <a:off x="168592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
            <p:cNvSpPr/>
            <p:nvPr/>
          </p:nvSpPr>
          <p:spPr>
            <a:xfrm>
              <a:off x="1743075" y="4763"/>
              <a:ext cx="419100" cy="522288"/>
            </a:xfrm>
            <a:custGeom>
              <a:rect b="b" l="l" r="r" t="t"/>
              <a:pathLst>
                <a:path extrusionOk="0" h="329" w="264">
                  <a:moveTo>
                    <a:pt x="252" y="329"/>
                  </a:moveTo>
                  <a:lnTo>
                    <a:pt x="45" y="120"/>
                  </a:lnTo>
                  <a:lnTo>
                    <a:pt x="0" y="6"/>
                  </a:lnTo>
                  <a:lnTo>
                    <a:pt x="15" y="0"/>
                  </a:lnTo>
                  <a:lnTo>
                    <a:pt x="60" y="111"/>
                  </a:lnTo>
                  <a:lnTo>
                    <a:pt x="264" y="317"/>
                  </a:lnTo>
                  <a:lnTo>
                    <a:pt x="252" y="329"/>
                  </a:lnTo>
                  <a:close/>
                </a:path>
              </a:pathLst>
            </a:custGeom>
            <a:gradFill>
              <a:gsLst>
                <a:gs pos="0">
                  <a:schemeClr val="lt2"/>
                </a:gs>
                <a:gs pos="100000">
                  <a:srgbClr val="65747C"/>
                </a:gs>
              </a:gsLst>
              <a:lin ang="5400012" scaled="0"/>
            </a:gradFill>
            <a:ln>
              <a:noFill/>
            </a:ln>
          </p:spPr>
        </p:sp>
        <p:sp>
          <p:nvSpPr>
            <p:cNvPr id="435" name="Google Shape;435;p2"/>
            <p:cNvSpPr/>
            <p:nvPr/>
          </p:nvSpPr>
          <p:spPr>
            <a:xfrm>
              <a:off x="2119313"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
            <p:cNvSpPr/>
            <p:nvPr/>
          </p:nvSpPr>
          <p:spPr>
            <a:xfrm>
              <a:off x="952500" y="4763"/>
              <a:ext cx="152400" cy="908050"/>
            </a:xfrm>
            <a:custGeom>
              <a:rect b="b" l="l" r="r" t="t"/>
              <a:pathLst>
                <a:path extrusionOk="0" h="572" w="96">
                  <a:moveTo>
                    <a:pt x="15" y="572"/>
                  </a:moveTo>
                  <a:lnTo>
                    <a:pt x="0" y="572"/>
                  </a:lnTo>
                  <a:lnTo>
                    <a:pt x="0" y="189"/>
                  </a:lnTo>
                  <a:lnTo>
                    <a:pt x="81" y="0"/>
                  </a:lnTo>
                  <a:lnTo>
                    <a:pt x="96" y="6"/>
                  </a:lnTo>
                  <a:lnTo>
                    <a:pt x="15" y="192"/>
                  </a:lnTo>
                  <a:lnTo>
                    <a:pt x="15" y="572"/>
                  </a:lnTo>
                  <a:close/>
                </a:path>
              </a:pathLst>
            </a:custGeom>
            <a:gradFill>
              <a:gsLst>
                <a:gs pos="0">
                  <a:schemeClr val="lt2"/>
                </a:gs>
                <a:gs pos="100000">
                  <a:srgbClr val="65747C"/>
                </a:gs>
              </a:gsLst>
              <a:lin ang="5400012" scaled="0"/>
            </a:gradFill>
            <a:ln>
              <a:noFill/>
            </a:ln>
          </p:spPr>
        </p:sp>
        <p:sp>
          <p:nvSpPr>
            <p:cNvPr id="437" name="Google Shape;437;p2"/>
            <p:cNvSpPr/>
            <p:nvPr/>
          </p:nvSpPr>
          <p:spPr>
            <a:xfrm>
              <a:off x="86677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
            <p:cNvSpPr/>
            <p:nvPr/>
          </p:nvSpPr>
          <p:spPr>
            <a:xfrm>
              <a:off x="890588" y="15541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
            <p:cNvSpPr/>
            <p:nvPr/>
          </p:nvSpPr>
          <p:spPr>
            <a:xfrm>
              <a:off x="738188" y="5622925"/>
              <a:ext cx="338138" cy="1216025"/>
            </a:xfrm>
            <a:custGeom>
              <a:rect b="b" l="l" r="r" t="t"/>
              <a:pathLst>
                <a:path extrusionOk="0" h="766" w="213">
                  <a:moveTo>
                    <a:pt x="213" y="766"/>
                  </a:moveTo>
                  <a:lnTo>
                    <a:pt x="195" y="766"/>
                  </a:lnTo>
                  <a:lnTo>
                    <a:pt x="195" y="464"/>
                  </a:lnTo>
                  <a:lnTo>
                    <a:pt x="0" y="6"/>
                  </a:lnTo>
                  <a:lnTo>
                    <a:pt x="12" y="0"/>
                  </a:lnTo>
                  <a:lnTo>
                    <a:pt x="213" y="461"/>
                  </a:lnTo>
                  <a:lnTo>
                    <a:pt x="213" y="766"/>
                  </a:lnTo>
                  <a:close/>
                </a:path>
              </a:pathLst>
            </a:custGeom>
            <a:gradFill>
              <a:gsLst>
                <a:gs pos="0">
                  <a:schemeClr val="lt2"/>
                </a:gs>
                <a:gs pos="100000">
                  <a:srgbClr val="65747C"/>
                </a:gs>
              </a:gsLst>
              <a:lin ang="5400012" scaled="0"/>
            </a:gradFill>
            <a:ln>
              <a:noFill/>
            </a:ln>
          </p:spPr>
        </p:sp>
        <p:sp>
          <p:nvSpPr>
            <p:cNvPr id="440" name="Google Shape;440;p2"/>
            <p:cNvSpPr/>
            <p:nvPr/>
          </p:nvSpPr>
          <p:spPr>
            <a:xfrm>
              <a:off x="647700" y="5480050"/>
              <a:ext cx="157163" cy="157163"/>
            </a:xfrm>
            <a:custGeom>
              <a:rect b="b" l="l" r="r" t="t"/>
              <a:pathLst>
                <a:path extrusionOk="0" h="33" w="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
            <p:cNvSpPr/>
            <p:nvPr/>
          </p:nvSpPr>
          <p:spPr>
            <a:xfrm>
              <a:off x="66675" y="903288"/>
              <a:ext cx="190500" cy="190500"/>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
            <p:cNvSpPr/>
            <p:nvPr/>
          </p:nvSpPr>
          <p:spPr>
            <a:xfrm>
              <a:off x="0" y="3897313"/>
              <a:ext cx="133350" cy="266700"/>
            </a:xfrm>
            <a:custGeom>
              <a:rect b="b" l="l" r="r" t="t"/>
              <a:pathLst>
                <a:path extrusionOk="0" h="168" w="84">
                  <a:moveTo>
                    <a:pt x="69" y="168"/>
                  </a:moveTo>
                  <a:lnTo>
                    <a:pt x="0" y="6"/>
                  </a:lnTo>
                  <a:lnTo>
                    <a:pt x="12" y="0"/>
                  </a:lnTo>
                  <a:lnTo>
                    <a:pt x="84" y="162"/>
                  </a:lnTo>
                  <a:lnTo>
                    <a:pt x="69" y="168"/>
                  </a:lnTo>
                  <a:close/>
                </a:path>
              </a:pathLst>
            </a:custGeom>
            <a:gradFill>
              <a:gsLst>
                <a:gs pos="0">
                  <a:schemeClr val="lt2"/>
                </a:gs>
                <a:gs pos="100000">
                  <a:srgbClr val="65747C"/>
                </a:gs>
              </a:gsLst>
              <a:lin ang="5400012" scaled="0"/>
            </a:gradFill>
            <a:ln>
              <a:noFill/>
            </a:ln>
          </p:spPr>
        </p:sp>
        <p:sp>
          <p:nvSpPr>
            <p:cNvPr id="443" name="Google Shape;443;p2"/>
            <p:cNvSpPr/>
            <p:nvPr/>
          </p:nvSpPr>
          <p:spPr>
            <a:xfrm>
              <a:off x="66675" y="414972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
            <p:cNvSpPr/>
            <p:nvPr/>
          </p:nvSpPr>
          <p:spPr>
            <a:xfrm>
              <a:off x="0" y="1644650"/>
              <a:ext cx="133350" cy="269875"/>
            </a:xfrm>
            <a:custGeom>
              <a:rect b="b" l="l" r="r" t="t"/>
              <a:pathLst>
                <a:path extrusionOk="0" h="170" w="84">
                  <a:moveTo>
                    <a:pt x="12" y="170"/>
                  </a:moveTo>
                  <a:lnTo>
                    <a:pt x="0" y="164"/>
                  </a:lnTo>
                  <a:lnTo>
                    <a:pt x="69" y="0"/>
                  </a:lnTo>
                  <a:lnTo>
                    <a:pt x="84" y="6"/>
                  </a:lnTo>
                  <a:lnTo>
                    <a:pt x="12" y="170"/>
                  </a:lnTo>
                  <a:close/>
                </a:path>
              </a:pathLst>
            </a:custGeom>
            <a:gradFill>
              <a:gsLst>
                <a:gs pos="0">
                  <a:schemeClr val="lt2"/>
                </a:gs>
                <a:gs pos="100000">
                  <a:srgbClr val="65747C"/>
                </a:gs>
              </a:gsLst>
              <a:lin ang="5400012" scaled="0"/>
            </a:gradFill>
            <a:ln>
              <a:noFill/>
            </a:ln>
          </p:spPr>
        </p:sp>
        <p:sp>
          <p:nvSpPr>
            <p:cNvPr id="445" name="Google Shape;445;p2"/>
            <p:cNvSpPr/>
            <p:nvPr/>
          </p:nvSpPr>
          <p:spPr>
            <a:xfrm>
              <a:off x="66675" y="146843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
            <p:cNvSpPr/>
            <p:nvPr/>
          </p:nvSpPr>
          <p:spPr>
            <a:xfrm>
              <a:off x="695325" y="4763"/>
              <a:ext cx="309563" cy="1558925"/>
            </a:xfrm>
            <a:custGeom>
              <a:rect b="b" l="l" r="r" t="t"/>
              <a:pathLst>
                <a:path extrusionOk="0" h="982" w="195">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lt2"/>
                </a:gs>
                <a:gs pos="100000">
                  <a:srgbClr val="65747C"/>
                </a:gs>
              </a:gsLst>
              <a:lin ang="5400012" scaled="0"/>
            </a:gradFill>
            <a:ln>
              <a:noFill/>
            </a:ln>
          </p:spPr>
        </p:sp>
        <p:sp>
          <p:nvSpPr>
            <p:cNvPr id="447" name="Google Shape;447;p2"/>
            <p:cNvSpPr/>
            <p:nvPr/>
          </p:nvSpPr>
          <p:spPr>
            <a:xfrm>
              <a:off x="57150" y="48815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
            <p:cNvSpPr/>
            <p:nvPr/>
          </p:nvSpPr>
          <p:spPr>
            <a:xfrm>
              <a:off x="138113" y="5060950"/>
              <a:ext cx="304800" cy="1778000"/>
            </a:xfrm>
            <a:custGeom>
              <a:rect b="b" l="l" r="r" t="t"/>
              <a:pathLst>
                <a:path extrusionOk="0" h="1120" w="192">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lt2"/>
                </a:gs>
                <a:gs pos="100000">
                  <a:srgbClr val="65747C"/>
                </a:gs>
              </a:gsLst>
              <a:lin ang="5400012" scaled="0"/>
            </a:gradFill>
            <a:ln>
              <a:noFill/>
            </a:ln>
          </p:spPr>
        </p:sp>
        <p:sp>
          <p:nvSpPr>
            <p:cNvPr id="449" name="Google Shape;449;p2"/>
            <p:cNvSpPr/>
            <p:nvPr/>
          </p:nvSpPr>
          <p:spPr>
            <a:xfrm>
              <a:off x="561975" y="64309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
            <p:cNvSpPr/>
            <p:nvPr/>
          </p:nvSpPr>
          <p:spPr>
            <a:xfrm>
              <a:off x="642938" y="6610350"/>
              <a:ext cx="23700" cy="243000"/>
            </a:xfrm>
            <a:prstGeom prst="rect">
              <a:avLst/>
            </a:pr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
            <p:cNvSpPr/>
            <p:nvPr/>
          </p:nvSpPr>
          <p:spPr>
            <a:xfrm>
              <a:off x="76200" y="6430963"/>
              <a:ext cx="190500" cy="188913"/>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
            <p:cNvSpPr/>
            <p:nvPr/>
          </p:nvSpPr>
          <p:spPr>
            <a:xfrm>
              <a:off x="0" y="5978525"/>
              <a:ext cx="190500" cy="461963"/>
            </a:xfrm>
            <a:custGeom>
              <a:rect b="b" l="l" r="r" t="t"/>
              <a:pathLst>
                <a:path extrusionOk="0" h="291" w="120">
                  <a:moveTo>
                    <a:pt x="120" y="291"/>
                  </a:moveTo>
                  <a:lnTo>
                    <a:pt x="105" y="291"/>
                  </a:lnTo>
                  <a:lnTo>
                    <a:pt x="105" y="114"/>
                  </a:lnTo>
                  <a:lnTo>
                    <a:pt x="0" y="9"/>
                  </a:lnTo>
                  <a:lnTo>
                    <a:pt x="12" y="0"/>
                  </a:lnTo>
                  <a:lnTo>
                    <a:pt x="120" y="108"/>
                  </a:lnTo>
                  <a:lnTo>
                    <a:pt x="120" y="291"/>
                  </a:lnTo>
                  <a:close/>
                </a:path>
              </a:pathLst>
            </a:custGeom>
            <a:gradFill>
              <a:gsLst>
                <a:gs pos="0">
                  <a:schemeClr val="lt2"/>
                </a:gs>
                <a:gs pos="100000">
                  <a:srgbClr val="65747C"/>
                </a:gs>
              </a:gsLst>
              <a:lin ang="5400012" scaled="0"/>
            </a:gradFill>
            <a:ln>
              <a:noFill/>
            </a:ln>
          </p:spPr>
        </p:sp>
        <p:sp>
          <p:nvSpPr>
            <p:cNvPr id="453" name="Google Shape;453;p2"/>
            <p:cNvSpPr/>
            <p:nvPr/>
          </p:nvSpPr>
          <p:spPr>
            <a:xfrm>
              <a:off x="1014413" y="1801813"/>
              <a:ext cx="214313" cy="755650"/>
            </a:xfrm>
            <a:custGeom>
              <a:rect b="b" l="l" r="r" t="t"/>
              <a:pathLst>
                <a:path extrusionOk="0" h="476" w="135">
                  <a:moveTo>
                    <a:pt x="12" y="476"/>
                  </a:moveTo>
                  <a:lnTo>
                    <a:pt x="0" y="476"/>
                  </a:lnTo>
                  <a:lnTo>
                    <a:pt x="0" y="128"/>
                  </a:lnTo>
                  <a:lnTo>
                    <a:pt x="126" y="0"/>
                  </a:lnTo>
                  <a:lnTo>
                    <a:pt x="135" y="9"/>
                  </a:lnTo>
                  <a:lnTo>
                    <a:pt x="12" y="131"/>
                  </a:lnTo>
                  <a:lnTo>
                    <a:pt x="12" y="476"/>
                  </a:lnTo>
                  <a:close/>
                </a:path>
              </a:pathLst>
            </a:custGeom>
            <a:gradFill>
              <a:gsLst>
                <a:gs pos="0">
                  <a:schemeClr val="lt2"/>
                </a:gs>
                <a:gs pos="100000">
                  <a:srgbClr val="65747C"/>
                </a:gs>
              </a:gsLst>
              <a:lin ang="5400012" scaled="0"/>
            </a:gradFill>
            <a:ln>
              <a:noFill/>
            </a:ln>
          </p:spPr>
        </p:sp>
        <p:sp>
          <p:nvSpPr>
            <p:cNvPr id="454" name="Google Shape;454;p2"/>
            <p:cNvSpPr/>
            <p:nvPr/>
          </p:nvSpPr>
          <p:spPr>
            <a:xfrm>
              <a:off x="938213" y="2547938"/>
              <a:ext cx="166688" cy="160338"/>
            </a:xfrm>
            <a:custGeom>
              <a:rect b="b" l="l" r="r" t="t"/>
              <a:pathLst>
                <a:path extrusionOk="0" h="34" w="35">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
            <p:cNvSpPr/>
            <p:nvPr/>
          </p:nvSpPr>
          <p:spPr>
            <a:xfrm>
              <a:off x="595313" y="4763"/>
              <a:ext cx="638175" cy="4025900"/>
            </a:xfrm>
            <a:custGeom>
              <a:rect b="b" l="l" r="r" t="t"/>
              <a:pathLst>
                <a:path extrusionOk="0" h="2536" w="402">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lt2"/>
                </a:gs>
                <a:gs pos="100000">
                  <a:srgbClr val="65747C"/>
                </a:gs>
              </a:gsLst>
              <a:lin ang="5400012" scaled="0"/>
            </a:gradFill>
            <a:ln>
              <a:noFill/>
            </a:ln>
          </p:spPr>
        </p:sp>
        <p:sp>
          <p:nvSpPr>
            <p:cNvPr id="456" name="Google Shape;456;p2"/>
            <p:cNvSpPr/>
            <p:nvPr/>
          </p:nvSpPr>
          <p:spPr>
            <a:xfrm>
              <a:off x="1223963"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lt2"/>
                </a:gs>
                <a:gs pos="100000">
                  <a:srgbClr val="65747C"/>
                </a:gs>
              </a:gsLst>
              <a:lin ang="5400012" scaled="0"/>
            </a:gradFill>
            <a:ln>
              <a:noFill/>
            </a:ln>
          </p:spPr>
        </p:sp>
        <p:sp>
          <p:nvSpPr>
            <p:cNvPr id="457" name="Google Shape;457;p2"/>
            <p:cNvSpPr/>
            <p:nvPr/>
          </p:nvSpPr>
          <p:spPr>
            <a:xfrm>
              <a:off x="1300163" y="1849438"/>
              <a:ext cx="109538" cy="107950"/>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
            <p:cNvSpPr/>
            <p:nvPr/>
          </p:nvSpPr>
          <p:spPr>
            <a:xfrm>
              <a:off x="280988" y="3417888"/>
              <a:ext cx="142875" cy="474663"/>
            </a:xfrm>
            <a:custGeom>
              <a:rect b="b" l="l" r="r" t="t"/>
              <a:pathLst>
                <a:path extrusionOk="0" h="299" w="90">
                  <a:moveTo>
                    <a:pt x="12" y="299"/>
                  </a:moveTo>
                  <a:lnTo>
                    <a:pt x="0" y="299"/>
                  </a:lnTo>
                  <a:lnTo>
                    <a:pt x="0" y="80"/>
                  </a:lnTo>
                  <a:lnTo>
                    <a:pt x="81" y="0"/>
                  </a:lnTo>
                  <a:lnTo>
                    <a:pt x="90" y="8"/>
                  </a:lnTo>
                  <a:lnTo>
                    <a:pt x="12" y="83"/>
                  </a:lnTo>
                  <a:lnTo>
                    <a:pt x="12" y="299"/>
                  </a:lnTo>
                  <a:close/>
                </a:path>
              </a:pathLst>
            </a:custGeom>
            <a:gradFill>
              <a:gsLst>
                <a:gs pos="0">
                  <a:schemeClr val="lt2"/>
                </a:gs>
                <a:gs pos="100000">
                  <a:srgbClr val="65747C"/>
                </a:gs>
              </a:gsLst>
              <a:lin ang="5400012" scaled="0"/>
            </a:gradFill>
            <a:ln>
              <a:noFill/>
            </a:ln>
          </p:spPr>
        </p:sp>
        <p:sp>
          <p:nvSpPr>
            <p:cNvPr id="459" name="Google Shape;459;p2"/>
            <p:cNvSpPr/>
            <p:nvPr/>
          </p:nvSpPr>
          <p:spPr>
            <a:xfrm>
              <a:off x="238125" y="3883025"/>
              <a:ext cx="109538" cy="109538"/>
            </a:xfrm>
            <a:custGeom>
              <a:rect b="b" l="l" r="r" t="t"/>
              <a:pathLst>
                <a:path extrusionOk="0" h="23" w="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
            <p:cNvSpPr/>
            <p:nvPr/>
          </p:nvSpPr>
          <p:spPr>
            <a:xfrm>
              <a:off x="4763" y="2166938"/>
              <a:ext cx="114300" cy="452438"/>
            </a:xfrm>
            <a:custGeom>
              <a:rect b="b" l="l" r="r" t="t"/>
              <a:pathLst>
                <a:path extrusionOk="0" h="285" w="72">
                  <a:moveTo>
                    <a:pt x="6" y="285"/>
                  </a:moveTo>
                  <a:lnTo>
                    <a:pt x="0" y="276"/>
                  </a:lnTo>
                  <a:lnTo>
                    <a:pt x="60" y="216"/>
                  </a:lnTo>
                  <a:lnTo>
                    <a:pt x="60" y="0"/>
                  </a:lnTo>
                  <a:lnTo>
                    <a:pt x="72" y="0"/>
                  </a:lnTo>
                  <a:lnTo>
                    <a:pt x="72" y="222"/>
                  </a:lnTo>
                  <a:lnTo>
                    <a:pt x="6" y="285"/>
                  </a:lnTo>
                  <a:close/>
                </a:path>
              </a:pathLst>
            </a:custGeom>
            <a:gradFill>
              <a:gsLst>
                <a:gs pos="0">
                  <a:schemeClr val="lt2"/>
                </a:gs>
                <a:gs pos="100000">
                  <a:srgbClr val="65747C"/>
                </a:gs>
              </a:gsLst>
              <a:lin ang="5400012" scaled="0"/>
            </a:gradFill>
            <a:ln>
              <a:noFill/>
            </a:ln>
          </p:spPr>
        </p:sp>
        <p:sp>
          <p:nvSpPr>
            <p:cNvPr id="461" name="Google Shape;461;p2"/>
            <p:cNvSpPr/>
            <p:nvPr/>
          </p:nvSpPr>
          <p:spPr>
            <a:xfrm>
              <a:off x="52388" y="2066925"/>
              <a:ext cx="109538" cy="109538"/>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
            <p:cNvSpPr/>
            <p:nvPr/>
          </p:nvSpPr>
          <p:spPr>
            <a:xfrm>
              <a:off x="1228725" y="4662488"/>
              <a:ext cx="23700" cy="2181300"/>
            </a:xfrm>
            <a:prstGeom prst="rect">
              <a:avLst/>
            </a:pr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
            <p:cNvSpPr/>
            <p:nvPr/>
          </p:nvSpPr>
          <p:spPr>
            <a:xfrm>
              <a:off x="1319213" y="5041900"/>
              <a:ext cx="371475" cy="1801813"/>
            </a:xfrm>
            <a:custGeom>
              <a:rect b="b" l="l" r="r" t="t"/>
              <a:pathLst>
                <a:path extrusionOk="0" h="1135" w="234">
                  <a:moveTo>
                    <a:pt x="15" y="1135"/>
                  </a:moveTo>
                  <a:lnTo>
                    <a:pt x="0" y="1135"/>
                  </a:lnTo>
                  <a:lnTo>
                    <a:pt x="0" y="515"/>
                  </a:lnTo>
                  <a:lnTo>
                    <a:pt x="0" y="512"/>
                  </a:lnTo>
                  <a:lnTo>
                    <a:pt x="219" y="0"/>
                  </a:lnTo>
                  <a:lnTo>
                    <a:pt x="234" y="6"/>
                  </a:lnTo>
                  <a:lnTo>
                    <a:pt x="15" y="518"/>
                  </a:lnTo>
                  <a:lnTo>
                    <a:pt x="15" y="1135"/>
                  </a:lnTo>
                  <a:close/>
                </a:path>
              </a:pathLst>
            </a:custGeom>
            <a:gradFill>
              <a:gsLst>
                <a:gs pos="0">
                  <a:schemeClr val="lt2"/>
                </a:gs>
                <a:gs pos="100000">
                  <a:srgbClr val="65747C"/>
                </a:gs>
              </a:gsLst>
              <a:lin ang="5400012" scaled="0"/>
            </a:gradFill>
            <a:ln>
              <a:noFill/>
            </a:ln>
          </p:spPr>
        </p:sp>
        <p:sp>
          <p:nvSpPr>
            <p:cNvPr id="464" name="Google Shape;464;p2"/>
            <p:cNvSpPr/>
            <p:nvPr/>
          </p:nvSpPr>
          <p:spPr>
            <a:xfrm>
              <a:off x="1147763"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
            <p:cNvSpPr/>
            <p:nvPr/>
          </p:nvSpPr>
          <p:spPr>
            <a:xfrm>
              <a:off x="819150" y="3983038"/>
              <a:ext cx="347663" cy="2860675"/>
            </a:xfrm>
            <a:custGeom>
              <a:rect b="b" l="l" r="r" t="t"/>
              <a:pathLst>
                <a:path extrusionOk="0" h="1802" w="219">
                  <a:moveTo>
                    <a:pt x="219" y="1802"/>
                  </a:moveTo>
                  <a:lnTo>
                    <a:pt x="201" y="1802"/>
                  </a:lnTo>
                  <a:lnTo>
                    <a:pt x="201" y="1185"/>
                  </a:lnTo>
                  <a:lnTo>
                    <a:pt x="0" y="3"/>
                  </a:lnTo>
                  <a:lnTo>
                    <a:pt x="15" y="0"/>
                  </a:lnTo>
                  <a:lnTo>
                    <a:pt x="219" y="1185"/>
                  </a:lnTo>
                  <a:lnTo>
                    <a:pt x="219" y="1802"/>
                  </a:lnTo>
                  <a:close/>
                </a:path>
              </a:pathLst>
            </a:custGeom>
            <a:gradFill>
              <a:gsLst>
                <a:gs pos="0">
                  <a:schemeClr val="lt2"/>
                </a:gs>
                <a:gs pos="100000">
                  <a:srgbClr val="65747C"/>
                </a:gs>
              </a:gsLst>
              <a:lin ang="5400012" scaled="0"/>
            </a:gradFill>
            <a:ln>
              <a:noFill/>
            </a:ln>
          </p:spPr>
        </p:sp>
        <p:sp>
          <p:nvSpPr>
            <p:cNvPr id="466" name="Google Shape;466;p2"/>
            <p:cNvSpPr/>
            <p:nvPr/>
          </p:nvSpPr>
          <p:spPr>
            <a:xfrm>
              <a:off x="728663" y="3806825"/>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
            <p:cNvSpPr/>
            <p:nvPr/>
          </p:nvSpPr>
          <p:spPr>
            <a:xfrm>
              <a:off x="1624013"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
            <p:cNvSpPr/>
            <p:nvPr/>
          </p:nvSpPr>
          <p:spPr>
            <a:xfrm>
              <a:off x="1404938" y="5422900"/>
              <a:ext cx="371475" cy="1425575"/>
            </a:xfrm>
            <a:custGeom>
              <a:rect b="b" l="l" r="r" t="t"/>
              <a:pathLst>
                <a:path extrusionOk="0" h="898" w="234">
                  <a:moveTo>
                    <a:pt x="18" y="898"/>
                  </a:moveTo>
                  <a:lnTo>
                    <a:pt x="0" y="898"/>
                  </a:lnTo>
                  <a:lnTo>
                    <a:pt x="0" y="515"/>
                  </a:lnTo>
                  <a:lnTo>
                    <a:pt x="0" y="512"/>
                  </a:lnTo>
                  <a:lnTo>
                    <a:pt x="222" y="0"/>
                  </a:lnTo>
                  <a:lnTo>
                    <a:pt x="234" y="6"/>
                  </a:lnTo>
                  <a:lnTo>
                    <a:pt x="18" y="518"/>
                  </a:lnTo>
                  <a:lnTo>
                    <a:pt x="18" y="898"/>
                  </a:lnTo>
                  <a:close/>
                </a:path>
              </a:pathLst>
            </a:custGeom>
            <a:gradFill>
              <a:gsLst>
                <a:gs pos="0">
                  <a:schemeClr val="lt2"/>
                </a:gs>
                <a:gs pos="100000">
                  <a:srgbClr val="65747C"/>
                </a:gs>
              </a:gsLst>
              <a:lin ang="5400012" scaled="0"/>
            </a:gradFill>
            <a:ln>
              <a:noFill/>
            </a:ln>
          </p:spPr>
        </p:sp>
        <p:sp>
          <p:nvSpPr>
            <p:cNvPr id="469" name="Google Shape;469;p2"/>
            <p:cNvSpPr/>
            <p:nvPr/>
          </p:nvSpPr>
          <p:spPr>
            <a:xfrm>
              <a:off x="1666875"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65747C"/>
                </a:gs>
              </a:gsLst>
              <a:lin ang="5400012" scaled="0"/>
            </a:gradFill>
            <a:ln>
              <a:noFill/>
            </a:ln>
          </p:spPr>
        </p:sp>
        <p:sp>
          <p:nvSpPr>
            <p:cNvPr id="470" name="Google Shape;470;p2"/>
            <p:cNvSpPr/>
            <p:nvPr/>
          </p:nvSpPr>
          <p:spPr>
            <a:xfrm>
              <a:off x="1709738"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
            <p:cNvSpPr/>
            <p:nvPr/>
          </p:nvSpPr>
          <p:spPr>
            <a:xfrm>
              <a:off x="1709738"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
            <p:cNvSpPr/>
            <p:nvPr/>
          </p:nvSpPr>
          <p:spPr>
            <a:xfrm>
              <a:off x="1766888" y="6330950"/>
              <a:ext cx="419100" cy="527050"/>
            </a:xfrm>
            <a:custGeom>
              <a:rect b="b" l="l" r="r" t="t"/>
              <a:pathLst>
                <a:path extrusionOk="0" h="332" w="264">
                  <a:moveTo>
                    <a:pt x="12" y="332"/>
                  </a:moveTo>
                  <a:lnTo>
                    <a:pt x="0" y="326"/>
                  </a:lnTo>
                  <a:lnTo>
                    <a:pt x="45" y="206"/>
                  </a:lnTo>
                  <a:lnTo>
                    <a:pt x="255" y="0"/>
                  </a:lnTo>
                  <a:lnTo>
                    <a:pt x="264" y="12"/>
                  </a:lnTo>
                  <a:lnTo>
                    <a:pt x="60" y="215"/>
                  </a:lnTo>
                  <a:lnTo>
                    <a:pt x="12" y="332"/>
                  </a:lnTo>
                  <a:close/>
                </a:path>
              </a:pathLst>
            </a:custGeom>
            <a:gradFill>
              <a:gsLst>
                <a:gs pos="0">
                  <a:schemeClr val="lt2"/>
                </a:gs>
                <a:gs pos="100000">
                  <a:srgbClr val="65747C"/>
                </a:gs>
              </a:gsLst>
              <a:lin ang="5400012" scaled="0"/>
            </a:gradFill>
            <a:ln>
              <a:noFill/>
            </a:ln>
          </p:spPr>
        </p:sp>
        <p:sp>
          <p:nvSpPr>
            <p:cNvPr id="473" name="Google Shape;473;p2"/>
            <p:cNvSpPr/>
            <p:nvPr/>
          </p:nvSpPr>
          <p:spPr>
            <a:xfrm>
              <a:off x="2147888"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
            <p:cNvSpPr/>
            <p:nvPr/>
          </p:nvSpPr>
          <p:spPr>
            <a:xfrm>
              <a:off x="504825" y="9525"/>
              <a:ext cx="233363" cy="5103813"/>
            </a:xfrm>
            <a:custGeom>
              <a:rect b="b" l="l" r="r" t="t"/>
              <a:pathLst>
                <a:path extrusionOk="0" h="3215" w="147">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lt2"/>
                </a:gs>
                <a:gs pos="100000">
                  <a:srgbClr val="65747C"/>
                </a:gs>
              </a:gsLst>
              <a:lin ang="5400012" scaled="0"/>
            </a:gradFill>
            <a:ln>
              <a:noFill/>
            </a:ln>
          </p:spPr>
        </p:sp>
        <p:sp>
          <p:nvSpPr>
            <p:cNvPr id="475" name="Google Shape;475;p2"/>
            <p:cNvSpPr/>
            <p:nvPr/>
          </p:nvSpPr>
          <p:spPr>
            <a:xfrm>
              <a:off x="633413" y="5103813"/>
              <a:ext cx="185738" cy="185738"/>
            </a:xfrm>
            <a:custGeom>
              <a:rect b="b" l="l" r="r" t="t"/>
              <a:pathLst>
                <a:path extrusionOk="0" h="39" w="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 name="Google Shape;476;p2"/>
          <p:cNvSpPr txBox="1"/>
          <p:nvPr>
            <p:ph type="ctrTitle"/>
          </p:nvPr>
        </p:nvSpPr>
        <p:spPr>
          <a:xfrm>
            <a:off x="1876424" y="1122363"/>
            <a:ext cx="8791500" cy="23877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lt1"/>
              </a:buClr>
              <a:buSzPts val="4800"/>
              <a:buFont typeface="Twentieth Century"/>
              <a:buNone/>
              <a:defRPr sz="4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7" name="Google Shape;477;p2"/>
          <p:cNvSpPr txBox="1"/>
          <p:nvPr>
            <p:ph idx="1" type="subTitle"/>
          </p:nvPr>
        </p:nvSpPr>
        <p:spPr>
          <a:xfrm>
            <a:off x="1876424" y="3602038"/>
            <a:ext cx="8791500" cy="1655700"/>
          </a:xfrm>
          <a:prstGeom prst="rect">
            <a:avLst/>
          </a:prstGeom>
          <a:noFill/>
          <a:ln>
            <a:noFill/>
          </a:ln>
        </p:spPr>
        <p:txBody>
          <a:bodyPr anchorCtr="0" anchor="t" bIns="45700" lIns="91425" spcFirstLastPara="1" rIns="91425" wrap="square" tIns="45700">
            <a:normAutofit/>
          </a:bodyPr>
          <a:lstStyle>
            <a:lvl1pPr lvl="0" rtl="0" algn="l">
              <a:lnSpc>
                <a:spcPct val="120000"/>
              </a:lnSpc>
              <a:spcBef>
                <a:spcPts val="1000"/>
              </a:spcBef>
              <a:spcAft>
                <a:spcPts val="0"/>
              </a:spcAft>
              <a:buClr>
                <a:schemeClr val="lt2"/>
              </a:buClr>
              <a:buSzPts val="2500"/>
              <a:buNone/>
              <a:defRPr sz="2000" cap="none">
                <a:solidFill>
                  <a:schemeClr val="lt2"/>
                </a:solidFill>
              </a:defRPr>
            </a:lvl1pPr>
            <a:lvl2pPr lvl="1" rtl="0" algn="ctr">
              <a:lnSpc>
                <a:spcPct val="120000"/>
              </a:lnSpc>
              <a:spcBef>
                <a:spcPts val="500"/>
              </a:spcBef>
              <a:spcAft>
                <a:spcPts val="0"/>
              </a:spcAft>
              <a:buClr>
                <a:schemeClr val="lt1"/>
              </a:buClr>
              <a:buSzPts val="2500"/>
              <a:buNone/>
              <a:defRPr sz="2000"/>
            </a:lvl2pPr>
            <a:lvl3pPr lvl="2" rtl="0" algn="ctr">
              <a:lnSpc>
                <a:spcPct val="120000"/>
              </a:lnSpc>
              <a:spcBef>
                <a:spcPts val="500"/>
              </a:spcBef>
              <a:spcAft>
                <a:spcPts val="0"/>
              </a:spcAft>
              <a:buClr>
                <a:schemeClr val="lt1"/>
              </a:buClr>
              <a:buSzPts val="2250"/>
              <a:buNone/>
              <a:defRPr sz="1800"/>
            </a:lvl3pPr>
            <a:lvl4pPr lvl="3" rtl="0" algn="ctr">
              <a:lnSpc>
                <a:spcPct val="120000"/>
              </a:lnSpc>
              <a:spcBef>
                <a:spcPts val="500"/>
              </a:spcBef>
              <a:spcAft>
                <a:spcPts val="0"/>
              </a:spcAft>
              <a:buClr>
                <a:schemeClr val="lt1"/>
              </a:buClr>
              <a:buSzPts val="2000"/>
              <a:buNone/>
              <a:defRPr sz="1600"/>
            </a:lvl4pPr>
            <a:lvl5pPr lvl="4" rtl="0" algn="ctr">
              <a:lnSpc>
                <a:spcPct val="120000"/>
              </a:lnSpc>
              <a:spcBef>
                <a:spcPts val="500"/>
              </a:spcBef>
              <a:spcAft>
                <a:spcPts val="0"/>
              </a:spcAft>
              <a:buClr>
                <a:schemeClr val="lt1"/>
              </a:buClr>
              <a:buSzPts val="2000"/>
              <a:buNone/>
              <a:defRPr sz="1600"/>
            </a:lvl5pPr>
            <a:lvl6pPr lvl="5" rtl="0" algn="ctr">
              <a:lnSpc>
                <a:spcPct val="120000"/>
              </a:lnSpc>
              <a:spcBef>
                <a:spcPts val="500"/>
              </a:spcBef>
              <a:spcAft>
                <a:spcPts val="0"/>
              </a:spcAft>
              <a:buClr>
                <a:schemeClr val="lt1"/>
              </a:buClr>
              <a:buSzPts val="2000"/>
              <a:buNone/>
              <a:defRPr sz="1600"/>
            </a:lvl6pPr>
            <a:lvl7pPr lvl="6" rtl="0" algn="ctr">
              <a:lnSpc>
                <a:spcPct val="120000"/>
              </a:lnSpc>
              <a:spcBef>
                <a:spcPts val="500"/>
              </a:spcBef>
              <a:spcAft>
                <a:spcPts val="0"/>
              </a:spcAft>
              <a:buClr>
                <a:schemeClr val="lt1"/>
              </a:buClr>
              <a:buSzPts val="2000"/>
              <a:buNone/>
              <a:defRPr sz="1600"/>
            </a:lvl7pPr>
            <a:lvl8pPr lvl="7" rtl="0" algn="ctr">
              <a:lnSpc>
                <a:spcPct val="120000"/>
              </a:lnSpc>
              <a:spcBef>
                <a:spcPts val="500"/>
              </a:spcBef>
              <a:spcAft>
                <a:spcPts val="0"/>
              </a:spcAft>
              <a:buClr>
                <a:schemeClr val="lt1"/>
              </a:buClr>
              <a:buSzPts val="2000"/>
              <a:buNone/>
              <a:defRPr sz="1600"/>
            </a:lvl8pPr>
            <a:lvl9pPr lvl="8" rtl="0" algn="ctr">
              <a:lnSpc>
                <a:spcPct val="120000"/>
              </a:lnSpc>
              <a:spcBef>
                <a:spcPts val="500"/>
              </a:spcBef>
              <a:spcAft>
                <a:spcPts val="0"/>
              </a:spcAft>
              <a:buClr>
                <a:schemeClr val="lt1"/>
              </a:buClr>
              <a:buSzPts val="2000"/>
              <a:buNone/>
              <a:defRPr sz="1600"/>
            </a:lvl9pPr>
          </a:lstStyle>
          <a:p/>
        </p:txBody>
      </p:sp>
      <p:sp>
        <p:nvSpPr>
          <p:cNvPr id="478" name="Google Shape;478;p2"/>
          <p:cNvSpPr txBox="1"/>
          <p:nvPr>
            <p:ph idx="10" type="dt"/>
          </p:nvPr>
        </p:nvSpPr>
        <p:spPr>
          <a:xfrm>
            <a:off x="7077511" y="5410201"/>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79" name="Google Shape;479;p2"/>
          <p:cNvSpPr txBox="1"/>
          <p:nvPr>
            <p:ph idx="11" type="ftr"/>
          </p:nvPr>
        </p:nvSpPr>
        <p:spPr>
          <a:xfrm>
            <a:off x="1876424" y="5410201"/>
            <a:ext cx="51249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80" name="Google Shape;480;p2"/>
          <p:cNvSpPr txBox="1"/>
          <p:nvPr>
            <p:ph idx="12" type="sldNum"/>
          </p:nvPr>
        </p:nvSpPr>
        <p:spPr>
          <a:xfrm>
            <a:off x="9896911" y="5410199"/>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1" name="Shape 481"/>
        <p:cNvGrpSpPr/>
        <p:nvPr/>
      </p:nvGrpSpPr>
      <p:grpSpPr>
        <a:xfrm>
          <a:off x="0" y="0"/>
          <a:ext cx="0" cy="0"/>
          <a:chOff x="0" y="0"/>
          <a:chExt cx="0" cy="0"/>
        </a:xfrm>
      </p:grpSpPr>
      <p:sp>
        <p:nvSpPr>
          <p:cNvPr id="482" name="Google Shape;482;p3"/>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83" name="Google Shape;483;p3"/>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84" name="Google Shape;484;p3"/>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85" name="Shape 485"/>
        <p:cNvGrpSpPr/>
        <p:nvPr/>
      </p:nvGrpSpPr>
      <p:grpSpPr>
        <a:xfrm>
          <a:off x="0" y="0"/>
          <a:ext cx="0" cy="0"/>
          <a:chOff x="0" y="0"/>
          <a:chExt cx="0" cy="0"/>
        </a:xfrm>
      </p:grpSpPr>
      <p:sp>
        <p:nvSpPr>
          <p:cNvPr id="486" name="Google Shape;486;p4"/>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7" name="Google Shape;487;p4"/>
          <p:cNvSpPr txBox="1"/>
          <p:nvPr>
            <p:ph idx="1" type="body"/>
          </p:nvPr>
        </p:nvSpPr>
        <p:spPr>
          <a:xfrm>
            <a:off x="1141412" y="2249487"/>
            <a:ext cx="9906000" cy="3541800"/>
          </a:xfrm>
          <a:prstGeom prst="rect">
            <a:avLst/>
          </a:prstGeom>
          <a:noFill/>
          <a:ln>
            <a:noFill/>
          </a:ln>
        </p:spPr>
        <p:txBody>
          <a:bodyPr anchorCtr="0" anchor="t" bIns="45700" lIns="91425" spcFirstLastPara="1" rIns="91425" wrap="square" tIns="45700">
            <a:normAutofit/>
          </a:bodyPr>
          <a:lstStyle>
            <a:lvl1pPr indent="-371475" lvl="0" marL="457200" rtl="0" algn="l">
              <a:lnSpc>
                <a:spcPct val="120000"/>
              </a:lnSpc>
              <a:spcBef>
                <a:spcPts val="1000"/>
              </a:spcBef>
              <a:spcAft>
                <a:spcPts val="0"/>
              </a:spcAft>
              <a:buClr>
                <a:schemeClr val="lt1"/>
              </a:buClr>
              <a:buSzPts val="2250"/>
              <a:buChar char="•"/>
              <a:defRPr/>
            </a:lvl1pPr>
            <a:lvl2pPr indent="-371475" lvl="1" marL="914400" rtl="0" algn="l">
              <a:lnSpc>
                <a:spcPct val="120000"/>
              </a:lnSpc>
              <a:spcBef>
                <a:spcPts val="500"/>
              </a:spcBef>
              <a:spcAft>
                <a:spcPts val="0"/>
              </a:spcAft>
              <a:buClr>
                <a:schemeClr val="lt1"/>
              </a:buClr>
              <a:buSzPts val="2250"/>
              <a:buChar char="•"/>
              <a:defRPr/>
            </a:lvl2pPr>
            <a:lvl3pPr indent="-371475" lvl="2" marL="1371600" rtl="0" algn="l">
              <a:lnSpc>
                <a:spcPct val="120000"/>
              </a:lnSpc>
              <a:spcBef>
                <a:spcPts val="500"/>
              </a:spcBef>
              <a:spcAft>
                <a:spcPts val="0"/>
              </a:spcAft>
              <a:buClr>
                <a:schemeClr val="lt1"/>
              </a:buClr>
              <a:buSzPts val="2250"/>
              <a:buChar char="•"/>
              <a:defRPr/>
            </a:lvl3pPr>
            <a:lvl4pPr indent="-371475" lvl="3" marL="1828800" rtl="0" algn="l">
              <a:lnSpc>
                <a:spcPct val="120000"/>
              </a:lnSpc>
              <a:spcBef>
                <a:spcPts val="500"/>
              </a:spcBef>
              <a:spcAft>
                <a:spcPts val="0"/>
              </a:spcAft>
              <a:buClr>
                <a:schemeClr val="lt1"/>
              </a:buClr>
              <a:buSzPts val="2250"/>
              <a:buChar char="•"/>
              <a:defRPr/>
            </a:lvl4pPr>
            <a:lvl5pPr indent="-371475" lvl="4" marL="2286000" rtl="0" algn="l">
              <a:lnSpc>
                <a:spcPct val="120000"/>
              </a:lnSpc>
              <a:spcBef>
                <a:spcPts val="500"/>
              </a:spcBef>
              <a:spcAft>
                <a:spcPts val="0"/>
              </a:spcAft>
              <a:buClr>
                <a:schemeClr val="lt1"/>
              </a:buClr>
              <a:buSzPts val="2250"/>
              <a:buChar char="•"/>
              <a:defRPr/>
            </a:lvl5pPr>
            <a:lvl6pPr indent="-371475" lvl="5" marL="2743200" rtl="0" algn="l">
              <a:lnSpc>
                <a:spcPct val="120000"/>
              </a:lnSpc>
              <a:spcBef>
                <a:spcPts val="500"/>
              </a:spcBef>
              <a:spcAft>
                <a:spcPts val="0"/>
              </a:spcAft>
              <a:buClr>
                <a:schemeClr val="lt1"/>
              </a:buClr>
              <a:buSzPts val="2250"/>
              <a:buChar char="•"/>
              <a:defRPr/>
            </a:lvl6pPr>
            <a:lvl7pPr indent="-371475" lvl="6" marL="3200400" rtl="0" algn="l">
              <a:lnSpc>
                <a:spcPct val="120000"/>
              </a:lnSpc>
              <a:spcBef>
                <a:spcPts val="500"/>
              </a:spcBef>
              <a:spcAft>
                <a:spcPts val="0"/>
              </a:spcAft>
              <a:buClr>
                <a:schemeClr val="lt1"/>
              </a:buClr>
              <a:buSzPts val="2250"/>
              <a:buChar char="•"/>
              <a:defRPr/>
            </a:lvl7pPr>
            <a:lvl8pPr indent="-371475" lvl="7" marL="3657600" rtl="0" algn="l">
              <a:lnSpc>
                <a:spcPct val="120000"/>
              </a:lnSpc>
              <a:spcBef>
                <a:spcPts val="500"/>
              </a:spcBef>
              <a:spcAft>
                <a:spcPts val="0"/>
              </a:spcAft>
              <a:buClr>
                <a:schemeClr val="lt1"/>
              </a:buClr>
              <a:buSzPts val="2250"/>
              <a:buChar char="•"/>
              <a:defRPr/>
            </a:lvl8pPr>
            <a:lvl9pPr indent="-371475" lvl="8" marL="4114800" rtl="0" algn="l">
              <a:lnSpc>
                <a:spcPct val="120000"/>
              </a:lnSpc>
              <a:spcBef>
                <a:spcPts val="500"/>
              </a:spcBef>
              <a:spcAft>
                <a:spcPts val="0"/>
              </a:spcAft>
              <a:buClr>
                <a:schemeClr val="lt1"/>
              </a:buClr>
              <a:buSzPts val="2250"/>
              <a:buChar char="•"/>
              <a:defRPr/>
            </a:lvl9pPr>
          </a:lstStyle>
          <a:p/>
        </p:txBody>
      </p:sp>
      <p:sp>
        <p:nvSpPr>
          <p:cNvPr id="488" name="Google Shape;488;p4"/>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89" name="Google Shape;489;p4"/>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90" name="Google Shape;490;p4"/>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1" name="Shape 491"/>
        <p:cNvGrpSpPr/>
        <p:nvPr/>
      </p:nvGrpSpPr>
      <p:grpSpPr>
        <a:xfrm>
          <a:off x="0" y="0"/>
          <a:ext cx="0" cy="0"/>
          <a:chOff x="0" y="0"/>
          <a:chExt cx="0" cy="0"/>
        </a:xfrm>
      </p:grpSpPr>
      <p:sp>
        <p:nvSpPr>
          <p:cNvPr id="492" name="Google Shape;492;p5"/>
          <p:cNvSpPr txBox="1"/>
          <p:nvPr>
            <p:ph type="title"/>
          </p:nvPr>
        </p:nvSpPr>
        <p:spPr>
          <a:xfrm>
            <a:off x="1141411" y="1419226"/>
            <a:ext cx="9906000" cy="28527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lt1"/>
              </a:buClr>
              <a:buSzPts val="3600"/>
              <a:buFont typeface="Twentieth Century"/>
              <a:buNone/>
              <a:defRPr sz="3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3" name="Google Shape;493;p5"/>
          <p:cNvSpPr txBox="1"/>
          <p:nvPr>
            <p:ph idx="1" type="body"/>
          </p:nvPr>
        </p:nvSpPr>
        <p:spPr>
          <a:xfrm>
            <a:off x="1141411" y="4424362"/>
            <a:ext cx="9906000" cy="13749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2250"/>
              <a:buNone/>
              <a:defRPr sz="1800" cap="none">
                <a:solidFill>
                  <a:schemeClr val="lt1"/>
                </a:solidFill>
              </a:defRPr>
            </a:lvl1pPr>
            <a:lvl2pPr indent="-228600" lvl="1" marL="914400" rtl="0" algn="l">
              <a:lnSpc>
                <a:spcPct val="120000"/>
              </a:lnSpc>
              <a:spcBef>
                <a:spcPts val="500"/>
              </a:spcBef>
              <a:spcAft>
                <a:spcPts val="0"/>
              </a:spcAft>
              <a:buClr>
                <a:schemeClr val="lt1"/>
              </a:buClr>
              <a:buSzPts val="2250"/>
              <a:buNone/>
              <a:defRPr sz="1800">
                <a:solidFill>
                  <a:schemeClr val="lt1"/>
                </a:solidFill>
              </a:defRPr>
            </a:lvl2pPr>
            <a:lvl3pPr indent="-228600" lvl="2" marL="1371600" rtl="0" algn="l">
              <a:lnSpc>
                <a:spcPct val="120000"/>
              </a:lnSpc>
              <a:spcBef>
                <a:spcPts val="500"/>
              </a:spcBef>
              <a:spcAft>
                <a:spcPts val="0"/>
              </a:spcAft>
              <a:buClr>
                <a:schemeClr val="lt1"/>
              </a:buClr>
              <a:buSzPts val="2250"/>
              <a:buNone/>
              <a:defRPr sz="1800">
                <a:solidFill>
                  <a:schemeClr val="lt1"/>
                </a:solidFill>
              </a:defRPr>
            </a:lvl3pPr>
            <a:lvl4pPr indent="-228600" lvl="3" marL="1828800" rtl="0" algn="l">
              <a:lnSpc>
                <a:spcPct val="120000"/>
              </a:lnSpc>
              <a:spcBef>
                <a:spcPts val="500"/>
              </a:spcBef>
              <a:spcAft>
                <a:spcPts val="0"/>
              </a:spcAft>
              <a:buClr>
                <a:schemeClr val="lt1"/>
              </a:buClr>
              <a:buSzPts val="2000"/>
              <a:buNone/>
              <a:defRPr sz="1600">
                <a:solidFill>
                  <a:schemeClr val="lt1"/>
                </a:solidFill>
              </a:defRPr>
            </a:lvl4pPr>
            <a:lvl5pPr indent="-228600" lvl="4" marL="2286000" rtl="0" algn="l">
              <a:lnSpc>
                <a:spcPct val="120000"/>
              </a:lnSpc>
              <a:spcBef>
                <a:spcPts val="500"/>
              </a:spcBef>
              <a:spcAft>
                <a:spcPts val="0"/>
              </a:spcAft>
              <a:buClr>
                <a:schemeClr val="lt1"/>
              </a:buClr>
              <a:buSzPts val="2000"/>
              <a:buNone/>
              <a:defRPr sz="1600">
                <a:solidFill>
                  <a:schemeClr val="lt1"/>
                </a:solidFill>
              </a:defRPr>
            </a:lvl5pPr>
            <a:lvl6pPr indent="-228600" lvl="5" marL="2743200" rtl="0" algn="l">
              <a:lnSpc>
                <a:spcPct val="120000"/>
              </a:lnSpc>
              <a:spcBef>
                <a:spcPts val="500"/>
              </a:spcBef>
              <a:spcAft>
                <a:spcPts val="0"/>
              </a:spcAft>
              <a:buClr>
                <a:schemeClr val="lt1"/>
              </a:buClr>
              <a:buSzPts val="2000"/>
              <a:buNone/>
              <a:defRPr sz="1600">
                <a:solidFill>
                  <a:schemeClr val="lt1"/>
                </a:solidFill>
              </a:defRPr>
            </a:lvl6pPr>
            <a:lvl7pPr indent="-228600" lvl="6" marL="3200400" rtl="0" algn="l">
              <a:lnSpc>
                <a:spcPct val="120000"/>
              </a:lnSpc>
              <a:spcBef>
                <a:spcPts val="500"/>
              </a:spcBef>
              <a:spcAft>
                <a:spcPts val="0"/>
              </a:spcAft>
              <a:buClr>
                <a:schemeClr val="lt1"/>
              </a:buClr>
              <a:buSzPts val="2000"/>
              <a:buNone/>
              <a:defRPr sz="1600">
                <a:solidFill>
                  <a:schemeClr val="lt1"/>
                </a:solidFill>
              </a:defRPr>
            </a:lvl7pPr>
            <a:lvl8pPr indent="-228600" lvl="7" marL="3657600" rtl="0" algn="l">
              <a:lnSpc>
                <a:spcPct val="120000"/>
              </a:lnSpc>
              <a:spcBef>
                <a:spcPts val="500"/>
              </a:spcBef>
              <a:spcAft>
                <a:spcPts val="0"/>
              </a:spcAft>
              <a:buClr>
                <a:schemeClr val="lt1"/>
              </a:buClr>
              <a:buSzPts val="2000"/>
              <a:buNone/>
              <a:defRPr sz="1600">
                <a:solidFill>
                  <a:schemeClr val="lt1"/>
                </a:solidFill>
              </a:defRPr>
            </a:lvl8pPr>
            <a:lvl9pPr indent="-228600" lvl="8" marL="4114800" rtl="0" algn="l">
              <a:lnSpc>
                <a:spcPct val="120000"/>
              </a:lnSpc>
              <a:spcBef>
                <a:spcPts val="500"/>
              </a:spcBef>
              <a:spcAft>
                <a:spcPts val="0"/>
              </a:spcAft>
              <a:buClr>
                <a:schemeClr val="lt1"/>
              </a:buClr>
              <a:buSzPts val="2000"/>
              <a:buNone/>
              <a:defRPr sz="1600">
                <a:solidFill>
                  <a:schemeClr val="lt1"/>
                </a:solidFill>
              </a:defRPr>
            </a:lvl9pPr>
          </a:lstStyle>
          <a:p/>
        </p:txBody>
      </p:sp>
      <p:sp>
        <p:nvSpPr>
          <p:cNvPr id="494" name="Google Shape;494;p5"/>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95" name="Google Shape;495;p5"/>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96" name="Google Shape;496;p5"/>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7" name="Shape 497"/>
        <p:cNvGrpSpPr/>
        <p:nvPr/>
      </p:nvGrpSpPr>
      <p:grpSpPr>
        <a:xfrm>
          <a:off x="0" y="0"/>
          <a:ext cx="0" cy="0"/>
          <a:chOff x="0" y="0"/>
          <a:chExt cx="0" cy="0"/>
        </a:xfrm>
      </p:grpSpPr>
      <p:sp>
        <p:nvSpPr>
          <p:cNvPr id="498" name="Google Shape;498;p6"/>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9" name="Google Shape;499;p6"/>
          <p:cNvSpPr txBox="1"/>
          <p:nvPr>
            <p:ph idx="1" type="body"/>
          </p:nvPr>
        </p:nvSpPr>
        <p:spPr>
          <a:xfrm>
            <a:off x="1141410" y="2249486"/>
            <a:ext cx="4878300" cy="3541800"/>
          </a:xfrm>
          <a:prstGeom prst="rect">
            <a:avLst/>
          </a:prstGeom>
          <a:noFill/>
          <a:ln>
            <a:noFill/>
          </a:ln>
        </p:spPr>
        <p:txBody>
          <a:bodyPr anchorCtr="0" anchor="t" bIns="45700" lIns="91425" spcFirstLastPara="1" rIns="91425" wrap="square" tIns="45700">
            <a:normAutofit/>
          </a:bodyPr>
          <a:lstStyle>
            <a:lvl1pPr indent="-371475" lvl="0" marL="457200" rtl="0" algn="l">
              <a:lnSpc>
                <a:spcPct val="120000"/>
              </a:lnSpc>
              <a:spcBef>
                <a:spcPts val="1000"/>
              </a:spcBef>
              <a:spcAft>
                <a:spcPts val="0"/>
              </a:spcAft>
              <a:buClr>
                <a:schemeClr val="lt1"/>
              </a:buClr>
              <a:buSzPts val="2250"/>
              <a:buChar char="•"/>
              <a:defRPr/>
            </a:lvl1pPr>
            <a:lvl2pPr indent="-371475" lvl="1" marL="914400" rtl="0" algn="l">
              <a:lnSpc>
                <a:spcPct val="120000"/>
              </a:lnSpc>
              <a:spcBef>
                <a:spcPts val="500"/>
              </a:spcBef>
              <a:spcAft>
                <a:spcPts val="0"/>
              </a:spcAft>
              <a:buClr>
                <a:schemeClr val="lt1"/>
              </a:buClr>
              <a:buSzPts val="2250"/>
              <a:buChar char="•"/>
              <a:defRPr/>
            </a:lvl2pPr>
            <a:lvl3pPr indent="-371475" lvl="2" marL="1371600" rtl="0" algn="l">
              <a:lnSpc>
                <a:spcPct val="120000"/>
              </a:lnSpc>
              <a:spcBef>
                <a:spcPts val="500"/>
              </a:spcBef>
              <a:spcAft>
                <a:spcPts val="0"/>
              </a:spcAft>
              <a:buClr>
                <a:schemeClr val="lt1"/>
              </a:buClr>
              <a:buSzPts val="2250"/>
              <a:buChar char="•"/>
              <a:defRPr/>
            </a:lvl3pPr>
            <a:lvl4pPr indent="-371475" lvl="3" marL="1828800" rtl="0" algn="l">
              <a:lnSpc>
                <a:spcPct val="120000"/>
              </a:lnSpc>
              <a:spcBef>
                <a:spcPts val="500"/>
              </a:spcBef>
              <a:spcAft>
                <a:spcPts val="0"/>
              </a:spcAft>
              <a:buClr>
                <a:schemeClr val="lt1"/>
              </a:buClr>
              <a:buSzPts val="2250"/>
              <a:buChar char="•"/>
              <a:defRPr/>
            </a:lvl4pPr>
            <a:lvl5pPr indent="-371475" lvl="4" marL="2286000" rtl="0" algn="l">
              <a:lnSpc>
                <a:spcPct val="120000"/>
              </a:lnSpc>
              <a:spcBef>
                <a:spcPts val="500"/>
              </a:spcBef>
              <a:spcAft>
                <a:spcPts val="0"/>
              </a:spcAft>
              <a:buClr>
                <a:schemeClr val="lt1"/>
              </a:buClr>
              <a:buSzPts val="2250"/>
              <a:buChar char="•"/>
              <a:defRPr/>
            </a:lvl5pPr>
            <a:lvl6pPr indent="-371475" lvl="5" marL="2743200" rtl="0" algn="l">
              <a:lnSpc>
                <a:spcPct val="120000"/>
              </a:lnSpc>
              <a:spcBef>
                <a:spcPts val="500"/>
              </a:spcBef>
              <a:spcAft>
                <a:spcPts val="0"/>
              </a:spcAft>
              <a:buClr>
                <a:schemeClr val="lt1"/>
              </a:buClr>
              <a:buSzPts val="2250"/>
              <a:buChar char="•"/>
              <a:defRPr/>
            </a:lvl6pPr>
            <a:lvl7pPr indent="-371475" lvl="6" marL="3200400" rtl="0" algn="l">
              <a:lnSpc>
                <a:spcPct val="120000"/>
              </a:lnSpc>
              <a:spcBef>
                <a:spcPts val="500"/>
              </a:spcBef>
              <a:spcAft>
                <a:spcPts val="0"/>
              </a:spcAft>
              <a:buClr>
                <a:schemeClr val="lt1"/>
              </a:buClr>
              <a:buSzPts val="2250"/>
              <a:buChar char="•"/>
              <a:defRPr/>
            </a:lvl7pPr>
            <a:lvl8pPr indent="-371475" lvl="7" marL="3657600" rtl="0" algn="l">
              <a:lnSpc>
                <a:spcPct val="120000"/>
              </a:lnSpc>
              <a:spcBef>
                <a:spcPts val="500"/>
              </a:spcBef>
              <a:spcAft>
                <a:spcPts val="0"/>
              </a:spcAft>
              <a:buClr>
                <a:schemeClr val="lt1"/>
              </a:buClr>
              <a:buSzPts val="2250"/>
              <a:buChar char="•"/>
              <a:defRPr/>
            </a:lvl8pPr>
            <a:lvl9pPr indent="-371475" lvl="8" marL="4114800" rtl="0" algn="l">
              <a:lnSpc>
                <a:spcPct val="120000"/>
              </a:lnSpc>
              <a:spcBef>
                <a:spcPts val="500"/>
              </a:spcBef>
              <a:spcAft>
                <a:spcPts val="0"/>
              </a:spcAft>
              <a:buClr>
                <a:schemeClr val="lt1"/>
              </a:buClr>
              <a:buSzPts val="2250"/>
              <a:buChar char="•"/>
              <a:defRPr/>
            </a:lvl9pPr>
          </a:lstStyle>
          <a:p/>
        </p:txBody>
      </p:sp>
      <p:sp>
        <p:nvSpPr>
          <p:cNvPr id="500" name="Google Shape;500;p6"/>
          <p:cNvSpPr txBox="1"/>
          <p:nvPr>
            <p:ph idx="2" type="body"/>
          </p:nvPr>
        </p:nvSpPr>
        <p:spPr>
          <a:xfrm>
            <a:off x="6172200" y="2249486"/>
            <a:ext cx="4875300" cy="3541800"/>
          </a:xfrm>
          <a:prstGeom prst="rect">
            <a:avLst/>
          </a:prstGeom>
          <a:noFill/>
          <a:ln>
            <a:noFill/>
          </a:ln>
        </p:spPr>
        <p:txBody>
          <a:bodyPr anchorCtr="0" anchor="t" bIns="45700" lIns="91425" spcFirstLastPara="1" rIns="91425" wrap="square" tIns="45700">
            <a:normAutofit/>
          </a:bodyPr>
          <a:lstStyle>
            <a:lvl1pPr indent="-371475" lvl="0" marL="457200" rtl="0" algn="l">
              <a:lnSpc>
                <a:spcPct val="120000"/>
              </a:lnSpc>
              <a:spcBef>
                <a:spcPts val="1000"/>
              </a:spcBef>
              <a:spcAft>
                <a:spcPts val="0"/>
              </a:spcAft>
              <a:buClr>
                <a:schemeClr val="lt1"/>
              </a:buClr>
              <a:buSzPts val="2250"/>
              <a:buChar char="•"/>
              <a:defRPr/>
            </a:lvl1pPr>
            <a:lvl2pPr indent="-371475" lvl="1" marL="914400" rtl="0" algn="l">
              <a:lnSpc>
                <a:spcPct val="120000"/>
              </a:lnSpc>
              <a:spcBef>
                <a:spcPts val="500"/>
              </a:spcBef>
              <a:spcAft>
                <a:spcPts val="0"/>
              </a:spcAft>
              <a:buClr>
                <a:schemeClr val="lt1"/>
              </a:buClr>
              <a:buSzPts val="2250"/>
              <a:buChar char="•"/>
              <a:defRPr/>
            </a:lvl2pPr>
            <a:lvl3pPr indent="-371475" lvl="2" marL="1371600" rtl="0" algn="l">
              <a:lnSpc>
                <a:spcPct val="120000"/>
              </a:lnSpc>
              <a:spcBef>
                <a:spcPts val="500"/>
              </a:spcBef>
              <a:spcAft>
                <a:spcPts val="0"/>
              </a:spcAft>
              <a:buClr>
                <a:schemeClr val="lt1"/>
              </a:buClr>
              <a:buSzPts val="2250"/>
              <a:buChar char="•"/>
              <a:defRPr/>
            </a:lvl3pPr>
            <a:lvl4pPr indent="-371475" lvl="3" marL="1828800" rtl="0" algn="l">
              <a:lnSpc>
                <a:spcPct val="120000"/>
              </a:lnSpc>
              <a:spcBef>
                <a:spcPts val="500"/>
              </a:spcBef>
              <a:spcAft>
                <a:spcPts val="0"/>
              </a:spcAft>
              <a:buClr>
                <a:schemeClr val="lt1"/>
              </a:buClr>
              <a:buSzPts val="2250"/>
              <a:buChar char="•"/>
              <a:defRPr/>
            </a:lvl4pPr>
            <a:lvl5pPr indent="-371475" lvl="4" marL="2286000" rtl="0" algn="l">
              <a:lnSpc>
                <a:spcPct val="120000"/>
              </a:lnSpc>
              <a:spcBef>
                <a:spcPts val="500"/>
              </a:spcBef>
              <a:spcAft>
                <a:spcPts val="0"/>
              </a:spcAft>
              <a:buClr>
                <a:schemeClr val="lt1"/>
              </a:buClr>
              <a:buSzPts val="2250"/>
              <a:buChar char="•"/>
              <a:defRPr/>
            </a:lvl5pPr>
            <a:lvl6pPr indent="-371475" lvl="5" marL="2743200" rtl="0" algn="l">
              <a:lnSpc>
                <a:spcPct val="120000"/>
              </a:lnSpc>
              <a:spcBef>
                <a:spcPts val="500"/>
              </a:spcBef>
              <a:spcAft>
                <a:spcPts val="0"/>
              </a:spcAft>
              <a:buClr>
                <a:schemeClr val="lt1"/>
              </a:buClr>
              <a:buSzPts val="2250"/>
              <a:buChar char="•"/>
              <a:defRPr/>
            </a:lvl6pPr>
            <a:lvl7pPr indent="-371475" lvl="6" marL="3200400" rtl="0" algn="l">
              <a:lnSpc>
                <a:spcPct val="120000"/>
              </a:lnSpc>
              <a:spcBef>
                <a:spcPts val="500"/>
              </a:spcBef>
              <a:spcAft>
                <a:spcPts val="0"/>
              </a:spcAft>
              <a:buClr>
                <a:schemeClr val="lt1"/>
              </a:buClr>
              <a:buSzPts val="2250"/>
              <a:buChar char="•"/>
              <a:defRPr/>
            </a:lvl7pPr>
            <a:lvl8pPr indent="-371475" lvl="7" marL="3657600" rtl="0" algn="l">
              <a:lnSpc>
                <a:spcPct val="120000"/>
              </a:lnSpc>
              <a:spcBef>
                <a:spcPts val="500"/>
              </a:spcBef>
              <a:spcAft>
                <a:spcPts val="0"/>
              </a:spcAft>
              <a:buClr>
                <a:schemeClr val="lt1"/>
              </a:buClr>
              <a:buSzPts val="2250"/>
              <a:buChar char="•"/>
              <a:defRPr/>
            </a:lvl8pPr>
            <a:lvl9pPr indent="-371475" lvl="8" marL="4114800" rtl="0" algn="l">
              <a:lnSpc>
                <a:spcPct val="120000"/>
              </a:lnSpc>
              <a:spcBef>
                <a:spcPts val="500"/>
              </a:spcBef>
              <a:spcAft>
                <a:spcPts val="0"/>
              </a:spcAft>
              <a:buClr>
                <a:schemeClr val="lt1"/>
              </a:buClr>
              <a:buSzPts val="2250"/>
              <a:buChar char="•"/>
              <a:defRPr/>
            </a:lvl9pPr>
          </a:lstStyle>
          <a:p/>
        </p:txBody>
      </p:sp>
      <p:sp>
        <p:nvSpPr>
          <p:cNvPr id="501" name="Google Shape;501;p6"/>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02" name="Google Shape;502;p6"/>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03" name="Google Shape;503;p6"/>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4" name="Shape 504"/>
        <p:cNvGrpSpPr/>
        <p:nvPr/>
      </p:nvGrpSpPr>
      <p:grpSpPr>
        <a:xfrm>
          <a:off x="0" y="0"/>
          <a:ext cx="0" cy="0"/>
          <a:chOff x="0" y="0"/>
          <a:chExt cx="0" cy="0"/>
        </a:xfrm>
      </p:grpSpPr>
      <p:sp>
        <p:nvSpPr>
          <p:cNvPr id="505" name="Google Shape;505;p7"/>
          <p:cNvSpPr txBox="1"/>
          <p:nvPr>
            <p:ph type="title"/>
          </p:nvPr>
        </p:nvSpPr>
        <p:spPr>
          <a:xfrm>
            <a:off x="1141411" y="619126"/>
            <a:ext cx="9906000" cy="14781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6" name="Google Shape;506;p7"/>
          <p:cNvSpPr txBox="1"/>
          <p:nvPr>
            <p:ph idx="1" type="body"/>
          </p:nvPr>
        </p:nvSpPr>
        <p:spPr>
          <a:xfrm>
            <a:off x="1370019" y="2249486"/>
            <a:ext cx="4649700" cy="8238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000"/>
              </a:spcBef>
              <a:spcAft>
                <a:spcPts val="0"/>
              </a:spcAft>
              <a:buClr>
                <a:schemeClr val="lt1"/>
              </a:buClr>
              <a:buSzPts val="3000"/>
              <a:buNone/>
              <a:defRPr b="0" sz="2400" cap="none">
                <a:solidFill>
                  <a:schemeClr val="lt1"/>
                </a:solidFill>
              </a:defRPr>
            </a:lvl1pPr>
            <a:lvl2pPr indent="-228600" lvl="1" marL="914400" rtl="0" algn="l">
              <a:lnSpc>
                <a:spcPct val="120000"/>
              </a:lnSpc>
              <a:spcBef>
                <a:spcPts val="500"/>
              </a:spcBef>
              <a:spcAft>
                <a:spcPts val="0"/>
              </a:spcAft>
              <a:buClr>
                <a:schemeClr val="lt1"/>
              </a:buClr>
              <a:buSzPts val="2500"/>
              <a:buNone/>
              <a:defRPr b="1" sz="2000"/>
            </a:lvl2pPr>
            <a:lvl3pPr indent="-228600" lvl="2" marL="1371600" rtl="0" algn="l">
              <a:lnSpc>
                <a:spcPct val="120000"/>
              </a:lnSpc>
              <a:spcBef>
                <a:spcPts val="500"/>
              </a:spcBef>
              <a:spcAft>
                <a:spcPts val="0"/>
              </a:spcAft>
              <a:buClr>
                <a:schemeClr val="lt1"/>
              </a:buClr>
              <a:buSzPts val="2250"/>
              <a:buNone/>
              <a:defRPr b="1" sz="1800"/>
            </a:lvl3pPr>
            <a:lvl4pPr indent="-228600" lvl="3" marL="1828800" rtl="0" algn="l">
              <a:lnSpc>
                <a:spcPct val="120000"/>
              </a:lnSpc>
              <a:spcBef>
                <a:spcPts val="500"/>
              </a:spcBef>
              <a:spcAft>
                <a:spcPts val="0"/>
              </a:spcAft>
              <a:buClr>
                <a:schemeClr val="lt1"/>
              </a:buClr>
              <a:buSzPts val="2000"/>
              <a:buNone/>
              <a:defRPr b="1" sz="1600"/>
            </a:lvl4pPr>
            <a:lvl5pPr indent="-228600" lvl="4" marL="2286000" rtl="0" algn="l">
              <a:lnSpc>
                <a:spcPct val="120000"/>
              </a:lnSpc>
              <a:spcBef>
                <a:spcPts val="500"/>
              </a:spcBef>
              <a:spcAft>
                <a:spcPts val="0"/>
              </a:spcAft>
              <a:buClr>
                <a:schemeClr val="lt1"/>
              </a:buClr>
              <a:buSzPts val="2000"/>
              <a:buNone/>
              <a:defRPr b="1" sz="1600"/>
            </a:lvl5pPr>
            <a:lvl6pPr indent="-228600" lvl="5" marL="2743200" rtl="0" algn="l">
              <a:lnSpc>
                <a:spcPct val="120000"/>
              </a:lnSpc>
              <a:spcBef>
                <a:spcPts val="500"/>
              </a:spcBef>
              <a:spcAft>
                <a:spcPts val="0"/>
              </a:spcAft>
              <a:buClr>
                <a:schemeClr val="lt1"/>
              </a:buClr>
              <a:buSzPts val="2000"/>
              <a:buNone/>
              <a:defRPr b="1" sz="1600"/>
            </a:lvl6pPr>
            <a:lvl7pPr indent="-228600" lvl="6" marL="3200400" rtl="0" algn="l">
              <a:lnSpc>
                <a:spcPct val="120000"/>
              </a:lnSpc>
              <a:spcBef>
                <a:spcPts val="500"/>
              </a:spcBef>
              <a:spcAft>
                <a:spcPts val="0"/>
              </a:spcAft>
              <a:buClr>
                <a:schemeClr val="lt1"/>
              </a:buClr>
              <a:buSzPts val="2000"/>
              <a:buNone/>
              <a:defRPr b="1" sz="1600"/>
            </a:lvl7pPr>
            <a:lvl8pPr indent="-228600" lvl="7" marL="3657600" rtl="0" algn="l">
              <a:lnSpc>
                <a:spcPct val="120000"/>
              </a:lnSpc>
              <a:spcBef>
                <a:spcPts val="500"/>
              </a:spcBef>
              <a:spcAft>
                <a:spcPts val="0"/>
              </a:spcAft>
              <a:buClr>
                <a:schemeClr val="lt1"/>
              </a:buClr>
              <a:buSzPts val="2000"/>
              <a:buNone/>
              <a:defRPr b="1" sz="1600"/>
            </a:lvl8pPr>
            <a:lvl9pPr indent="-228600" lvl="8" marL="4114800" rtl="0" algn="l">
              <a:lnSpc>
                <a:spcPct val="120000"/>
              </a:lnSpc>
              <a:spcBef>
                <a:spcPts val="500"/>
              </a:spcBef>
              <a:spcAft>
                <a:spcPts val="0"/>
              </a:spcAft>
              <a:buClr>
                <a:schemeClr val="lt1"/>
              </a:buClr>
              <a:buSzPts val="2000"/>
              <a:buNone/>
              <a:defRPr b="1" sz="1600"/>
            </a:lvl9pPr>
          </a:lstStyle>
          <a:p/>
        </p:txBody>
      </p:sp>
      <p:sp>
        <p:nvSpPr>
          <p:cNvPr id="507" name="Google Shape;507;p7"/>
          <p:cNvSpPr txBox="1"/>
          <p:nvPr>
            <p:ph idx="2" type="body"/>
          </p:nvPr>
        </p:nvSpPr>
        <p:spPr>
          <a:xfrm>
            <a:off x="1141410" y="3073397"/>
            <a:ext cx="4878300" cy="2717700"/>
          </a:xfrm>
          <a:prstGeom prst="rect">
            <a:avLst/>
          </a:prstGeom>
          <a:noFill/>
          <a:ln>
            <a:noFill/>
          </a:ln>
        </p:spPr>
        <p:txBody>
          <a:bodyPr anchorCtr="0" anchor="t" bIns="45700" lIns="91425" spcFirstLastPara="1" rIns="91425" wrap="square" tIns="45700">
            <a:normAutofit/>
          </a:bodyPr>
          <a:lstStyle>
            <a:lvl1pPr indent="-371475" lvl="0" marL="457200" rtl="0" algn="l">
              <a:lnSpc>
                <a:spcPct val="120000"/>
              </a:lnSpc>
              <a:spcBef>
                <a:spcPts val="1000"/>
              </a:spcBef>
              <a:spcAft>
                <a:spcPts val="0"/>
              </a:spcAft>
              <a:buClr>
                <a:schemeClr val="lt1"/>
              </a:buClr>
              <a:buSzPts val="2250"/>
              <a:buChar char="•"/>
              <a:defRPr/>
            </a:lvl1pPr>
            <a:lvl2pPr indent="-371475" lvl="1" marL="914400" rtl="0" algn="l">
              <a:lnSpc>
                <a:spcPct val="120000"/>
              </a:lnSpc>
              <a:spcBef>
                <a:spcPts val="500"/>
              </a:spcBef>
              <a:spcAft>
                <a:spcPts val="0"/>
              </a:spcAft>
              <a:buClr>
                <a:schemeClr val="lt1"/>
              </a:buClr>
              <a:buSzPts val="2250"/>
              <a:buChar char="•"/>
              <a:defRPr/>
            </a:lvl2pPr>
            <a:lvl3pPr indent="-371475" lvl="2" marL="1371600" rtl="0" algn="l">
              <a:lnSpc>
                <a:spcPct val="120000"/>
              </a:lnSpc>
              <a:spcBef>
                <a:spcPts val="500"/>
              </a:spcBef>
              <a:spcAft>
                <a:spcPts val="0"/>
              </a:spcAft>
              <a:buClr>
                <a:schemeClr val="lt1"/>
              </a:buClr>
              <a:buSzPts val="2250"/>
              <a:buChar char="•"/>
              <a:defRPr/>
            </a:lvl3pPr>
            <a:lvl4pPr indent="-371475" lvl="3" marL="1828800" rtl="0" algn="l">
              <a:lnSpc>
                <a:spcPct val="120000"/>
              </a:lnSpc>
              <a:spcBef>
                <a:spcPts val="500"/>
              </a:spcBef>
              <a:spcAft>
                <a:spcPts val="0"/>
              </a:spcAft>
              <a:buClr>
                <a:schemeClr val="lt1"/>
              </a:buClr>
              <a:buSzPts val="2250"/>
              <a:buChar char="•"/>
              <a:defRPr/>
            </a:lvl4pPr>
            <a:lvl5pPr indent="-371475" lvl="4" marL="2286000" rtl="0" algn="l">
              <a:lnSpc>
                <a:spcPct val="120000"/>
              </a:lnSpc>
              <a:spcBef>
                <a:spcPts val="500"/>
              </a:spcBef>
              <a:spcAft>
                <a:spcPts val="0"/>
              </a:spcAft>
              <a:buClr>
                <a:schemeClr val="lt1"/>
              </a:buClr>
              <a:buSzPts val="2250"/>
              <a:buChar char="•"/>
              <a:defRPr/>
            </a:lvl5pPr>
            <a:lvl6pPr indent="-371475" lvl="5" marL="2743200" rtl="0" algn="l">
              <a:lnSpc>
                <a:spcPct val="120000"/>
              </a:lnSpc>
              <a:spcBef>
                <a:spcPts val="500"/>
              </a:spcBef>
              <a:spcAft>
                <a:spcPts val="0"/>
              </a:spcAft>
              <a:buClr>
                <a:schemeClr val="lt1"/>
              </a:buClr>
              <a:buSzPts val="2250"/>
              <a:buChar char="•"/>
              <a:defRPr/>
            </a:lvl6pPr>
            <a:lvl7pPr indent="-371475" lvl="6" marL="3200400" rtl="0" algn="l">
              <a:lnSpc>
                <a:spcPct val="120000"/>
              </a:lnSpc>
              <a:spcBef>
                <a:spcPts val="500"/>
              </a:spcBef>
              <a:spcAft>
                <a:spcPts val="0"/>
              </a:spcAft>
              <a:buClr>
                <a:schemeClr val="lt1"/>
              </a:buClr>
              <a:buSzPts val="2250"/>
              <a:buChar char="•"/>
              <a:defRPr/>
            </a:lvl7pPr>
            <a:lvl8pPr indent="-371475" lvl="7" marL="3657600" rtl="0" algn="l">
              <a:lnSpc>
                <a:spcPct val="120000"/>
              </a:lnSpc>
              <a:spcBef>
                <a:spcPts val="500"/>
              </a:spcBef>
              <a:spcAft>
                <a:spcPts val="0"/>
              </a:spcAft>
              <a:buClr>
                <a:schemeClr val="lt1"/>
              </a:buClr>
              <a:buSzPts val="2250"/>
              <a:buChar char="•"/>
              <a:defRPr/>
            </a:lvl8pPr>
            <a:lvl9pPr indent="-371475" lvl="8" marL="4114800" rtl="0" algn="l">
              <a:lnSpc>
                <a:spcPct val="120000"/>
              </a:lnSpc>
              <a:spcBef>
                <a:spcPts val="500"/>
              </a:spcBef>
              <a:spcAft>
                <a:spcPts val="0"/>
              </a:spcAft>
              <a:buClr>
                <a:schemeClr val="lt1"/>
              </a:buClr>
              <a:buSzPts val="2250"/>
              <a:buChar char="•"/>
              <a:defRPr/>
            </a:lvl9pPr>
          </a:lstStyle>
          <a:p/>
        </p:txBody>
      </p:sp>
      <p:sp>
        <p:nvSpPr>
          <p:cNvPr id="508" name="Google Shape;508;p7"/>
          <p:cNvSpPr txBox="1"/>
          <p:nvPr>
            <p:ph idx="3" type="body"/>
          </p:nvPr>
        </p:nvSpPr>
        <p:spPr>
          <a:xfrm>
            <a:off x="6400808" y="2249485"/>
            <a:ext cx="4646700" cy="8238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000"/>
              </a:spcBef>
              <a:spcAft>
                <a:spcPts val="0"/>
              </a:spcAft>
              <a:buClr>
                <a:schemeClr val="lt1"/>
              </a:buClr>
              <a:buSzPts val="3000"/>
              <a:buNone/>
              <a:defRPr b="0" sz="2400" cap="none">
                <a:solidFill>
                  <a:schemeClr val="lt1"/>
                </a:solidFill>
              </a:defRPr>
            </a:lvl1pPr>
            <a:lvl2pPr indent="-228600" lvl="1" marL="914400" rtl="0" algn="l">
              <a:lnSpc>
                <a:spcPct val="120000"/>
              </a:lnSpc>
              <a:spcBef>
                <a:spcPts val="500"/>
              </a:spcBef>
              <a:spcAft>
                <a:spcPts val="0"/>
              </a:spcAft>
              <a:buClr>
                <a:schemeClr val="lt1"/>
              </a:buClr>
              <a:buSzPts val="2500"/>
              <a:buNone/>
              <a:defRPr b="1" sz="2000"/>
            </a:lvl2pPr>
            <a:lvl3pPr indent="-228600" lvl="2" marL="1371600" rtl="0" algn="l">
              <a:lnSpc>
                <a:spcPct val="120000"/>
              </a:lnSpc>
              <a:spcBef>
                <a:spcPts val="500"/>
              </a:spcBef>
              <a:spcAft>
                <a:spcPts val="0"/>
              </a:spcAft>
              <a:buClr>
                <a:schemeClr val="lt1"/>
              </a:buClr>
              <a:buSzPts val="2250"/>
              <a:buNone/>
              <a:defRPr b="1" sz="1800"/>
            </a:lvl3pPr>
            <a:lvl4pPr indent="-228600" lvl="3" marL="1828800" rtl="0" algn="l">
              <a:lnSpc>
                <a:spcPct val="120000"/>
              </a:lnSpc>
              <a:spcBef>
                <a:spcPts val="500"/>
              </a:spcBef>
              <a:spcAft>
                <a:spcPts val="0"/>
              </a:spcAft>
              <a:buClr>
                <a:schemeClr val="lt1"/>
              </a:buClr>
              <a:buSzPts val="2000"/>
              <a:buNone/>
              <a:defRPr b="1" sz="1600"/>
            </a:lvl4pPr>
            <a:lvl5pPr indent="-228600" lvl="4" marL="2286000" rtl="0" algn="l">
              <a:lnSpc>
                <a:spcPct val="120000"/>
              </a:lnSpc>
              <a:spcBef>
                <a:spcPts val="500"/>
              </a:spcBef>
              <a:spcAft>
                <a:spcPts val="0"/>
              </a:spcAft>
              <a:buClr>
                <a:schemeClr val="lt1"/>
              </a:buClr>
              <a:buSzPts val="2000"/>
              <a:buNone/>
              <a:defRPr b="1" sz="1600"/>
            </a:lvl5pPr>
            <a:lvl6pPr indent="-228600" lvl="5" marL="2743200" rtl="0" algn="l">
              <a:lnSpc>
                <a:spcPct val="120000"/>
              </a:lnSpc>
              <a:spcBef>
                <a:spcPts val="500"/>
              </a:spcBef>
              <a:spcAft>
                <a:spcPts val="0"/>
              </a:spcAft>
              <a:buClr>
                <a:schemeClr val="lt1"/>
              </a:buClr>
              <a:buSzPts val="2000"/>
              <a:buNone/>
              <a:defRPr b="1" sz="1600"/>
            </a:lvl6pPr>
            <a:lvl7pPr indent="-228600" lvl="6" marL="3200400" rtl="0" algn="l">
              <a:lnSpc>
                <a:spcPct val="120000"/>
              </a:lnSpc>
              <a:spcBef>
                <a:spcPts val="500"/>
              </a:spcBef>
              <a:spcAft>
                <a:spcPts val="0"/>
              </a:spcAft>
              <a:buClr>
                <a:schemeClr val="lt1"/>
              </a:buClr>
              <a:buSzPts val="2000"/>
              <a:buNone/>
              <a:defRPr b="1" sz="1600"/>
            </a:lvl7pPr>
            <a:lvl8pPr indent="-228600" lvl="7" marL="3657600" rtl="0" algn="l">
              <a:lnSpc>
                <a:spcPct val="120000"/>
              </a:lnSpc>
              <a:spcBef>
                <a:spcPts val="500"/>
              </a:spcBef>
              <a:spcAft>
                <a:spcPts val="0"/>
              </a:spcAft>
              <a:buClr>
                <a:schemeClr val="lt1"/>
              </a:buClr>
              <a:buSzPts val="2000"/>
              <a:buNone/>
              <a:defRPr b="1" sz="1600"/>
            </a:lvl8pPr>
            <a:lvl9pPr indent="-228600" lvl="8" marL="4114800" rtl="0" algn="l">
              <a:lnSpc>
                <a:spcPct val="120000"/>
              </a:lnSpc>
              <a:spcBef>
                <a:spcPts val="500"/>
              </a:spcBef>
              <a:spcAft>
                <a:spcPts val="0"/>
              </a:spcAft>
              <a:buClr>
                <a:schemeClr val="lt1"/>
              </a:buClr>
              <a:buSzPts val="2000"/>
              <a:buNone/>
              <a:defRPr b="1" sz="1600"/>
            </a:lvl9pPr>
          </a:lstStyle>
          <a:p/>
        </p:txBody>
      </p:sp>
      <p:sp>
        <p:nvSpPr>
          <p:cNvPr id="509" name="Google Shape;509;p7"/>
          <p:cNvSpPr txBox="1"/>
          <p:nvPr>
            <p:ph idx="4" type="body"/>
          </p:nvPr>
        </p:nvSpPr>
        <p:spPr>
          <a:xfrm>
            <a:off x="6172200" y="3073397"/>
            <a:ext cx="4875300" cy="2717700"/>
          </a:xfrm>
          <a:prstGeom prst="rect">
            <a:avLst/>
          </a:prstGeom>
          <a:noFill/>
          <a:ln>
            <a:noFill/>
          </a:ln>
        </p:spPr>
        <p:txBody>
          <a:bodyPr anchorCtr="0" anchor="t" bIns="45700" lIns="91425" spcFirstLastPara="1" rIns="91425" wrap="square" tIns="45700">
            <a:normAutofit/>
          </a:bodyPr>
          <a:lstStyle>
            <a:lvl1pPr indent="-371475" lvl="0" marL="457200" rtl="0" algn="l">
              <a:lnSpc>
                <a:spcPct val="120000"/>
              </a:lnSpc>
              <a:spcBef>
                <a:spcPts val="1000"/>
              </a:spcBef>
              <a:spcAft>
                <a:spcPts val="0"/>
              </a:spcAft>
              <a:buClr>
                <a:schemeClr val="lt1"/>
              </a:buClr>
              <a:buSzPts val="2250"/>
              <a:buChar char="•"/>
              <a:defRPr/>
            </a:lvl1pPr>
            <a:lvl2pPr indent="-371475" lvl="1" marL="914400" rtl="0" algn="l">
              <a:lnSpc>
                <a:spcPct val="120000"/>
              </a:lnSpc>
              <a:spcBef>
                <a:spcPts val="500"/>
              </a:spcBef>
              <a:spcAft>
                <a:spcPts val="0"/>
              </a:spcAft>
              <a:buClr>
                <a:schemeClr val="lt1"/>
              </a:buClr>
              <a:buSzPts val="2250"/>
              <a:buChar char="•"/>
              <a:defRPr/>
            </a:lvl2pPr>
            <a:lvl3pPr indent="-371475" lvl="2" marL="1371600" rtl="0" algn="l">
              <a:lnSpc>
                <a:spcPct val="120000"/>
              </a:lnSpc>
              <a:spcBef>
                <a:spcPts val="500"/>
              </a:spcBef>
              <a:spcAft>
                <a:spcPts val="0"/>
              </a:spcAft>
              <a:buClr>
                <a:schemeClr val="lt1"/>
              </a:buClr>
              <a:buSzPts val="2250"/>
              <a:buChar char="•"/>
              <a:defRPr/>
            </a:lvl3pPr>
            <a:lvl4pPr indent="-371475" lvl="3" marL="1828800" rtl="0" algn="l">
              <a:lnSpc>
                <a:spcPct val="120000"/>
              </a:lnSpc>
              <a:spcBef>
                <a:spcPts val="500"/>
              </a:spcBef>
              <a:spcAft>
                <a:spcPts val="0"/>
              </a:spcAft>
              <a:buClr>
                <a:schemeClr val="lt1"/>
              </a:buClr>
              <a:buSzPts val="2250"/>
              <a:buChar char="•"/>
              <a:defRPr/>
            </a:lvl4pPr>
            <a:lvl5pPr indent="-371475" lvl="4" marL="2286000" rtl="0" algn="l">
              <a:lnSpc>
                <a:spcPct val="120000"/>
              </a:lnSpc>
              <a:spcBef>
                <a:spcPts val="500"/>
              </a:spcBef>
              <a:spcAft>
                <a:spcPts val="0"/>
              </a:spcAft>
              <a:buClr>
                <a:schemeClr val="lt1"/>
              </a:buClr>
              <a:buSzPts val="2250"/>
              <a:buChar char="•"/>
              <a:defRPr/>
            </a:lvl5pPr>
            <a:lvl6pPr indent="-371475" lvl="5" marL="2743200" rtl="0" algn="l">
              <a:lnSpc>
                <a:spcPct val="120000"/>
              </a:lnSpc>
              <a:spcBef>
                <a:spcPts val="500"/>
              </a:spcBef>
              <a:spcAft>
                <a:spcPts val="0"/>
              </a:spcAft>
              <a:buClr>
                <a:schemeClr val="lt1"/>
              </a:buClr>
              <a:buSzPts val="2250"/>
              <a:buChar char="•"/>
              <a:defRPr/>
            </a:lvl6pPr>
            <a:lvl7pPr indent="-371475" lvl="6" marL="3200400" rtl="0" algn="l">
              <a:lnSpc>
                <a:spcPct val="120000"/>
              </a:lnSpc>
              <a:spcBef>
                <a:spcPts val="500"/>
              </a:spcBef>
              <a:spcAft>
                <a:spcPts val="0"/>
              </a:spcAft>
              <a:buClr>
                <a:schemeClr val="lt1"/>
              </a:buClr>
              <a:buSzPts val="2250"/>
              <a:buChar char="•"/>
              <a:defRPr/>
            </a:lvl7pPr>
            <a:lvl8pPr indent="-371475" lvl="7" marL="3657600" rtl="0" algn="l">
              <a:lnSpc>
                <a:spcPct val="120000"/>
              </a:lnSpc>
              <a:spcBef>
                <a:spcPts val="500"/>
              </a:spcBef>
              <a:spcAft>
                <a:spcPts val="0"/>
              </a:spcAft>
              <a:buClr>
                <a:schemeClr val="lt1"/>
              </a:buClr>
              <a:buSzPts val="2250"/>
              <a:buChar char="•"/>
              <a:defRPr/>
            </a:lvl8pPr>
            <a:lvl9pPr indent="-371475" lvl="8" marL="4114800" rtl="0" algn="l">
              <a:lnSpc>
                <a:spcPct val="120000"/>
              </a:lnSpc>
              <a:spcBef>
                <a:spcPts val="500"/>
              </a:spcBef>
              <a:spcAft>
                <a:spcPts val="0"/>
              </a:spcAft>
              <a:buClr>
                <a:schemeClr val="lt1"/>
              </a:buClr>
              <a:buSzPts val="2250"/>
              <a:buChar char="•"/>
              <a:defRPr/>
            </a:lvl9pPr>
          </a:lstStyle>
          <a:p/>
        </p:txBody>
      </p:sp>
      <p:sp>
        <p:nvSpPr>
          <p:cNvPr id="510" name="Google Shape;510;p7"/>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11" name="Google Shape;511;p7"/>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12" name="Google Shape;512;p7"/>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3" name="Shape 513"/>
        <p:cNvGrpSpPr/>
        <p:nvPr/>
      </p:nvGrpSpPr>
      <p:grpSpPr>
        <a:xfrm>
          <a:off x="0" y="0"/>
          <a:ext cx="0" cy="0"/>
          <a:chOff x="0" y="0"/>
          <a:chExt cx="0" cy="0"/>
        </a:xfrm>
      </p:grpSpPr>
      <p:sp>
        <p:nvSpPr>
          <p:cNvPr id="514" name="Google Shape;514;p8"/>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5" name="Google Shape;515;p8"/>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16" name="Google Shape;516;p8"/>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17" name="Google Shape;517;p8"/>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18" name="Shape 518"/>
        <p:cNvGrpSpPr/>
        <p:nvPr/>
      </p:nvGrpSpPr>
      <p:grpSpPr>
        <a:xfrm>
          <a:off x="0" y="0"/>
          <a:ext cx="0" cy="0"/>
          <a:chOff x="0" y="0"/>
          <a:chExt cx="0" cy="0"/>
        </a:xfrm>
      </p:grpSpPr>
      <p:sp>
        <p:nvSpPr>
          <p:cNvPr id="519" name="Google Shape;519;p9"/>
          <p:cNvSpPr txBox="1"/>
          <p:nvPr>
            <p:ph type="title"/>
          </p:nvPr>
        </p:nvSpPr>
        <p:spPr>
          <a:xfrm>
            <a:off x="1146705" y="609601"/>
            <a:ext cx="3855900" cy="16398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lt1"/>
              </a:buClr>
              <a:buSzPts val="3200"/>
              <a:buFont typeface="Twentieth Century"/>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20" name="Google Shape;520;p9"/>
          <p:cNvSpPr txBox="1"/>
          <p:nvPr>
            <p:ph idx="1" type="body"/>
          </p:nvPr>
        </p:nvSpPr>
        <p:spPr>
          <a:xfrm>
            <a:off x="5156200" y="592666"/>
            <a:ext cx="5891100" cy="5198400"/>
          </a:xfrm>
          <a:prstGeom prst="rect">
            <a:avLst/>
          </a:prstGeom>
          <a:noFill/>
          <a:ln>
            <a:noFill/>
          </a:ln>
        </p:spPr>
        <p:txBody>
          <a:bodyPr anchorCtr="0" anchor="ctr" bIns="45700" lIns="91425" spcFirstLastPara="1" rIns="91425" wrap="square" tIns="45700">
            <a:normAutofit/>
          </a:bodyPr>
          <a:lstStyle>
            <a:lvl1pPr indent="-371475" lvl="0" marL="457200" rtl="0" algn="l">
              <a:lnSpc>
                <a:spcPct val="120000"/>
              </a:lnSpc>
              <a:spcBef>
                <a:spcPts val="1000"/>
              </a:spcBef>
              <a:spcAft>
                <a:spcPts val="0"/>
              </a:spcAft>
              <a:buClr>
                <a:schemeClr val="lt1"/>
              </a:buClr>
              <a:buSzPts val="2250"/>
              <a:buChar char="•"/>
              <a:defRPr/>
            </a:lvl1pPr>
            <a:lvl2pPr indent="-371475" lvl="1" marL="914400" rtl="0" algn="l">
              <a:lnSpc>
                <a:spcPct val="120000"/>
              </a:lnSpc>
              <a:spcBef>
                <a:spcPts val="500"/>
              </a:spcBef>
              <a:spcAft>
                <a:spcPts val="0"/>
              </a:spcAft>
              <a:buClr>
                <a:schemeClr val="lt1"/>
              </a:buClr>
              <a:buSzPts val="2250"/>
              <a:buChar char="•"/>
              <a:defRPr/>
            </a:lvl2pPr>
            <a:lvl3pPr indent="-371475" lvl="2" marL="1371600" rtl="0" algn="l">
              <a:lnSpc>
                <a:spcPct val="120000"/>
              </a:lnSpc>
              <a:spcBef>
                <a:spcPts val="500"/>
              </a:spcBef>
              <a:spcAft>
                <a:spcPts val="0"/>
              </a:spcAft>
              <a:buClr>
                <a:schemeClr val="lt1"/>
              </a:buClr>
              <a:buSzPts val="2250"/>
              <a:buChar char="•"/>
              <a:defRPr/>
            </a:lvl3pPr>
            <a:lvl4pPr indent="-371475" lvl="3" marL="1828800" rtl="0" algn="l">
              <a:lnSpc>
                <a:spcPct val="120000"/>
              </a:lnSpc>
              <a:spcBef>
                <a:spcPts val="500"/>
              </a:spcBef>
              <a:spcAft>
                <a:spcPts val="0"/>
              </a:spcAft>
              <a:buClr>
                <a:schemeClr val="lt1"/>
              </a:buClr>
              <a:buSzPts val="2250"/>
              <a:buChar char="•"/>
              <a:defRPr/>
            </a:lvl4pPr>
            <a:lvl5pPr indent="-371475" lvl="4" marL="2286000" rtl="0" algn="l">
              <a:lnSpc>
                <a:spcPct val="120000"/>
              </a:lnSpc>
              <a:spcBef>
                <a:spcPts val="500"/>
              </a:spcBef>
              <a:spcAft>
                <a:spcPts val="0"/>
              </a:spcAft>
              <a:buClr>
                <a:schemeClr val="lt1"/>
              </a:buClr>
              <a:buSzPts val="2250"/>
              <a:buChar char="•"/>
              <a:defRPr/>
            </a:lvl5pPr>
            <a:lvl6pPr indent="-371475" lvl="5" marL="2743200" rtl="0" algn="l">
              <a:lnSpc>
                <a:spcPct val="120000"/>
              </a:lnSpc>
              <a:spcBef>
                <a:spcPts val="500"/>
              </a:spcBef>
              <a:spcAft>
                <a:spcPts val="0"/>
              </a:spcAft>
              <a:buClr>
                <a:schemeClr val="lt1"/>
              </a:buClr>
              <a:buSzPts val="2250"/>
              <a:buChar char="•"/>
              <a:defRPr/>
            </a:lvl6pPr>
            <a:lvl7pPr indent="-371475" lvl="6" marL="3200400" rtl="0" algn="l">
              <a:lnSpc>
                <a:spcPct val="120000"/>
              </a:lnSpc>
              <a:spcBef>
                <a:spcPts val="500"/>
              </a:spcBef>
              <a:spcAft>
                <a:spcPts val="0"/>
              </a:spcAft>
              <a:buClr>
                <a:schemeClr val="lt1"/>
              </a:buClr>
              <a:buSzPts val="2250"/>
              <a:buChar char="•"/>
              <a:defRPr/>
            </a:lvl7pPr>
            <a:lvl8pPr indent="-371475" lvl="7" marL="3657600" rtl="0" algn="l">
              <a:lnSpc>
                <a:spcPct val="120000"/>
              </a:lnSpc>
              <a:spcBef>
                <a:spcPts val="500"/>
              </a:spcBef>
              <a:spcAft>
                <a:spcPts val="0"/>
              </a:spcAft>
              <a:buClr>
                <a:schemeClr val="lt1"/>
              </a:buClr>
              <a:buSzPts val="2250"/>
              <a:buChar char="•"/>
              <a:defRPr/>
            </a:lvl8pPr>
            <a:lvl9pPr indent="-371475" lvl="8" marL="4114800" rtl="0" algn="l">
              <a:lnSpc>
                <a:spcPct val="120000"/>
              </a:lnSpc>
              <a:spcBef>
                <a:spcPts val="500"/>
              </a:spcBef>
              <a:spcAft>
                <a:spcPts val="0"/>
              </a:spcAft>
              <a:buClr>
                <a:schemeClr val="lt1"/>
              </a:buClr>
              <a:buSzPts val="2250"/>
              <a:buChar char="•"/>
              <a:defRPr/>
            </a:lvl9pPr>
          </a:lstStyle>
          <a:p/>
        </p:txBody>
      </p:sp>
      <p:sp>
        <p:nvSpPr>
          <p:cNvPr id="521" name="Google Shape;521;p9"/>
          <p:cNvSpPr txBox="1"/>
          <p:nvPr>
            <p:ph idx="2" type="body"/>
          </p:nvPr>
        </p:nvSpPr>
        <p:spPr>
          <a:xfrm>
            <a:off x="1146705" y="2249486"/>
            <a:ext cx="3855900" cy="35418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2000"/>
              <a:buNone/>
              <a:defRPr sz="1600"/>
            </a:lvl1pPr>
            <a:lvl2pPr indent="-228600" lvl="1" marL="914400" rtl="0" algn="l">
              <a:lnSpc>
                <a:spcPct val="120000"/>
              </a:lnSpc>
              <a:spcBef>
                <a:spcPts val="500"/>
              </a:spcBef>
              <a:spcAft>
                <a:spcPts val="0"/>
              </a:spcAft>
              <a:buClr>
                <a:schemeClr val="lt1"/>
              </a:buClr>
              <a:buSzPts val="1750"/>
              <a:buNone/>
              <a:defRPr sz="1400"/>
            </a:lvl2pPr>
            <a:lvl3pPr indent="-228600" lvl="2" marL="1371600" rtl="0" algn="l">
              <a:lnSpc>
                <a:spcPct val="120000"/>
              </a:lnSpc>
              <a:spcBef>
                <a:spcPts val="500"/>
              </a:spcBef>
              <a:spcAft>
                <a:spcPts val="0"/>
              </a:spcAft>
              <a:buClr>
                <a:schemeClr val="lt1"/>
              </a:buClr>
              <a:buSzPts val="1500"/>
              <a:buNone/>
              <a:defRPr sz="1200"/>
            </a:lvl3pPr>
            <a:lvl4pPr indent="-228600" lvl="3" marL="1828800" rtl="0" algn="l">
              <a:lnSpc>
                <a:spcPct val="120000"/>
              </a:lnSpc>
              <a:spcBef>
                <a:spcPts val="500"/>
              </a:spcBef>
              <a:spcAft>
                <a:spcPts val="0"/>
              </a:spcAft>
              <a:buClr>
                <a:schemeClr val="lt1"/>
              </a:buClr>
              <a:buSzPts val="1250"/>
              <a:buNone/>
              <a:defRPr sz="1000"/>
            </a:lvl4pPr>
            <a:lvl5pPr indent="-228600" lvl="4" marL="2286000" rtl="0" algn="l">
              <a:lnSpc>
                <a:spcPct val="120000"/>
              </a:lnSpc>
              <a:spcBef>
                <a:spcPts val="500"/>
              </a:spcBef>
              <a:spcAft>
                <a:spcPts val="0"/>
              </a:spcAft>
              <a:buClr>
                <a:schemeClr val="lt1"/>
              </a:buClr>
              <a:buSzPts val="1250"/>
              <a:buNone/>
              <a:defRPr sz="1000"/>
            </a:lvl5pPr>
            <a:lvl6pPr indent="-228600" lvl="5" marL="2743200" rtl="0" algn="l">
              <a:lnSpc>
                <a:spcPct val="120000"/>
              </a:lnSpc>
              <a:spcBef>
                <a:spcPts val="500"/>
              </a:spcBef>
              <a:spcAft>
                <a:spcPts val="0"/>
              </a:spcAft>
              <a:buClr>
                <a:schemeClr val="lt1"/>
              </a:buClr>
              <a:buSzPts val="1250"/>
              <a:buNone/>
              <a:defRPr sz="1000"/>
            </a:lvl6pPr>
            <a:lvl7pPr indent="-228600" lvl="6" marL="3200400" rtl="0" algn="l">
              <a:lnSpc>
                <a:spcPct val="120000"/>
              </a:lnSpc>
              <a:spcBef>
                <a:spcPts val="500"/>
              </a:spcBef>
              <a:spcAft>
                <a:spcPts val="0"/>
              </a:spcAft>
              <a:buClr>
                <a:schemeClr val="lt1"/>
              </a:buClr>
              <a:buSzPts val="1250"/>
              <a:buNone/>
              <a:defRPr sz="1000"/>
            </a:lvl7pPr>
            <a:lvl8pPr indent="-228600" lvl="7" marL="3657600" rtl="0" algn="l">
              <a:lnSpc>
                <a:spcPct val="120000"/>
              </a:lnSpc>
              <a:spcBef>
                <a:spcPts val="500"/>
              </a:spcBef>
              <a:spcAft>
                <a:spcPts val="0"/>
              </a:spcAft>
              <a:buClr>
                <a:schemeClr val="lt1"/>
              </a:buClr>
              <a:buSzPts val="1250"/>
              <a:buNone/>
              <a:defRPr sz="1000"/>
            </a:lvl8pPr>
            <a:lvl9pPr indent="-228600" lvl="8" marL="4114800" rtl="0" algn="l">
              <a:lnSpc>
                <a:spcPct val="120000"/>
              </a:lnSpc>
              <a:spcBef>
                <a:spcPts val="500"/>
              </a:spcBef>
              <a:spcAft>
                <a:spcPts val="0"/>
              </a:spcAft>
              <a:buClr>
                <a:schemeClr val="lt1"/>
              </a:buClr>
              <a:buSzPts val="1250"/>
              <a:buNone/>
              <a:defRPr sz="1000"/>
            </a:lvl9pPr>
          </a:lstStyle>
          <a:p/>
        </p:txBody>
      </p:sp>
      <p:sp>
        <p:nvSpPr>
          <p:cNvPr id="522" name="Google Shape;522;p9"/>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23" name="Google Shape;523;p9"/>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24" name="Google Shape;524;p9"/>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25" name="Shape 525"/>
        <p:cNvGrpSpPr/>
        <p:nvPr/>
      </p:nvGrpSpPr>
      <p:grpSpPr>
        <a:xfrm>
          <a:off x="0" y="0"/>
          <a:ext cx="0" cy="0"/>
          <a:chOff x="0" y="0"/>
          <a:chExt cx="0" cy="0"/>
        </a:xfrm>
      </p:grpSpPr>
      <p:sp>
        <p:nvSpPr>
          <p:cNvPr id="526" name="Google Shape;526;p10"/>
          <p:cNvSpPr txBox="1"/>
          <p:nvPr>
            <p:ph type="title"/>
          </p:nvPr>
        </p:nvSpPr>
        <p:spPr>
          <a:xfrm>
            <a:off x="1141413" y="609600"/>
            <a:ext cx="5934600" cy="16398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lt1"/>
              </a:buClr>
              <a:buSzPts val="3200"/>
              <a:buFont typeface="Twentieth Century"/>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27" name="Google Shape;527;p10"/>
          <p:cNvSpPr/>
          <p:nvPr>
            <p:ph idx="2" type="pic"/>
          </p:nvPr>
        </p:nvSpPr>
        <p:spPr>
          <a:xfrm>
            <a:off x="7380721" y="609601"/>
            <a:ext cx="3666600" cy="5181600"/>
          </a:xfrm>
          <a:prstGeom prst="round2DiagRect">
            <a:avLst>
              <a:gd fmla="val 5608" name="adj1"/>
              <a:gd fmla="val 0" name="adj2"/>
            </a:avLst>
          </a:prstGeom>
          <a:noFill/>
          <a:ln cap="sq" cmpd="sng" w="19050">
            <a:solidFill>
              <a:srgbClr val="EBEDE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528" name="Google Shape;528;p10"/>
          <p:cNvSpPr txBox="1"/>
          <p:nvPr>
            <p:ph idx="1" type="body"/>
          </p:nvPr>
        </p:nvSpPr>
        <p:spPr>
          <a:xfrm>
            <a:off x="1141410" y="2249486"/>
            <a:ext cx="5934600" cy="35418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2000"/>
              <a:buNone/>
              <a:defRPr sz="1600"/>
            </a:lvl1pPr>
            <a:lvl2pPr indent="-228600" lvl="1" marL="914400" rtl="0" algn="l">
              <a:lnSpc>
                <a:spcPct val="120000"/>
              </a:lnSpc>
              <a:spcBef>
                <a:spcPts val="500"/>
              </a:spcBef>
              <a:spcAft>
                <a:spcPts val="0"/>
              </a:spcAft>
              <a:buClr>
                <a:schemeClr val="lt1"/>
              </a:buClr>
              <a:buSzPts val="1750"/>
              <a:buNone/>
              <a:defRPr sz="1400"/>
            </a:lvl2pPr>
            <a:lvl3pPr indent="-228600" lvl="2" marL="1371600" rtl="0" algn="l">
              <a:lnSpc>
                <a:spcPct val="120000"/>
              </a:lnSpc>
              <a:spcBef>
                <a:spcPts val="500"/>
              </a:spcBef>
              <a:spcAft>
                <a:spcPts val="0"/>
              </a:spcAft>
              <a:buClr>
                <a:schemeClr val="lt1"/>
              </a:buClr>
              <a:buSzPts val="1500"/>
              <a:buNone/>
              <a:defRPr sz="1200"/>
            </a:lvl3pPr>
            <a:lvl4pPr indent="-228600" lvl="3" marL="1828800" rtl="0" algn="l">
              <a:lnSpc>
                <a:spcPct val="120000"/>
              </a:lnSpc>
              <a:spcBef>
                <a:spcPts val="500"/>
              </a:spcBef>
              <a:spcAft>
                <a:spcPts val="0"/>
              </a:spcAft>
              <a:buClr>
                <a:schemeClr val="lt1"/>
              </a:buClr>
              <a:buSzPts val="1250"/>
              <a:buNone/>
              <a:defRPr sz="1000"/>
            </a:lvl4pPr>
            <a:lvl5pPr indent="-228600" lvl="4" marL="2286000" rtl="0" algn="l">
              <a:lnSpc>
                <a:spcPct val="120000"/>
              </a:lnSpc>
              <a:spcBef>
                <a:spcPts val="500"/>
              </a:spcBef>
              <a:spcAft>
                <a:spcPts val="0"/>
              </a:spcAft>
              <a:buClr>
                <a:schemeClr val="lt1"/>
              </a:buClr>
              <a:buSzPts val="1250"/>
              <a:buNone/>
              <a:defRPr sz="1000"/>
            </a:lvl5pPr>
            <a:lvl6pPr indent="-228600" lvl="5" marL="2743200" rtl="0" algn="l">
              <a:lnSpc>
                <a:spcPct val="120000"/>
              </a:lnSpc>
              <a:spcBef>
                <a:spcPts val="500"/>
              </a:spcBef>
              <a:spcAft>
                <a:spcPts val="0"/>
              </a:spcAft>
              <a:buClr>
                <a:schemeClr val="lt1"/>
              </a:buClr>
              <a:buSzPts val="1250"/>
              <a:buNone/>
              <a:defRPr sz="1000"/>
            </a:lvl6pPr>
            <a:lvl7pPr indent="-228600" lvl="6" marL="3200400" rtl="0" algn="l">
              <a:lnSpc>
                <a:spcPct val="120000"/>
              </a:lnSpc>
              <a:spcBef>
                <a:spcPts val="500"/>
              </a:spcBef>
              <a:spcAft>
                <a:spcPts val="0"/>
              </a:spcAft>
              <a:buClr>
                <a:schemeClr val="lt1"/>
              </a:buClr>
              <a:buSzPts val="1250"/>
              <a:buNone/>
              <a:defRPr sz="1000"/>
            </a:lvl7pPr>
            <a:lvl8pPr indent="-228600" lvl="7" marL="3657600" rtl="0" algn="l">
              <a:lnSpc>
                <a:spcPct val="120000"/>
              </a:lnSpc>
              <a:spcBef>
                <a:spcPts val="500"/>
              </a:spcBef>
              <a:spcAft>
                <a:spcPts val="0"/>
              </a:spcAft>
              <a:buClr>
                <a:schemeClr val="lt1"/>
              </a:buClr>
              <a:buSzPts val="1250"/>
              <a:buNone/>
              <a:defRPr sz="1000"/>
            </a:lvl8pPr>
            <a:lvl9pPr indent="-228600" lvl="8" marL="4114800" rtl="0" algn="l">
              <a:lnSpc>
                <a:spcPct val="120000"/>
              </a:lnSpc>
              <a:spcBef>
                <a:spcPts val="500"/>
              </a:spcBef>
              <a:spcAft>
                <a:spcPts val="0"/>
              </a:spcAft>
              <a:buClr>
                <a:schemeClr val="lt1"/>
              </a:buClr>
              <a:buSzPts val="1250"/>
              <a:buNone/>
              <a:defRPr sz="1000"/>
            </a:lvl9pPr>
          </a:lstStyle>
          <a:p/>
        </p:txBody>
      </p:sp>
      <p:sp>
        <p:nvSpPr>
          <p:cNvPr id="529" name="Google Shape;529;p10"/>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30" name="Google Shape;530;p10"/>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31" name="Google Shape;531;p10"/>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532" name="Shape 532"/>
        <p:cNvGrpSpPr/>
        <p:nvPr/>
      </p:nvGrpSpPr>
      <p:grpSpPr>
        <a:xfrm>
          <a:off x="0" y="0"/>
          <a:ext cx="0" cy="0"/>
          <a:chOff x="0" y="0"/>
          <a:chExt cx="0" cy="0"/>
        </a:xfrm>
      </p:grpSpPr>
      <p:sp>
        <p:nvSpPr>
          <p:cNvPr id="533" name="Google Shape;533;p11"/>
          <p:cNvSpPr txBox="1"/>
          <p:nvPr>
            <p:ph type="title"/>
          </p:nvPr>
        </p:nvSpPr>
        <p:spPr>
          <a:xfrm>
            <a:off x="1141410" y="4304664"/>
            <a:ext cx="9912300" cy="8193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lt1"/>
              </a:buClr>
              <a:buSzPts val="3200"/>
              <a:buFont typeface="Twentieth Century"/>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34" name="Google Shape;534;p11"/>
          <p:cNvSpPr/>
          <p:nvPr>
            <p:ph idx="2" type="pic"/>
          </p:nvPr>
        </p:nvSpPr>
        <p:spPr>
          <a:xfrm>
            <a:off x="1141411" y="606426"/>
            <a:ext cx="9912300" cy="3299700"/>
          </a:xfrm>
          <a:prstGeom prst="round2DiagRect">
            <a:avLst>
              <a:gd fmla="val 4860" name="adj1"/>
              <a:gd fmla="val 0" name="adj2"/>
            </a:avLst>
          </a:prstGeom>
          <a:noFill/>
          <a:ln cap="sq" cmpd="sng" w="19050">
            <a:solidFill>
              <a:srgbClr val="EBEDE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535" name="Google Shape;535;p11"/>
          <p:cNvSpPr txBox="1"/>
          <p:nvPr>
            <p:ph idx="1" type="body"/>
          </p:nvPr>
        </p:nvSpPr>
        <p:spPr>
          <a:xfrm>
            <a:off x="1141364" y="5124020"/>
            <a:ext cx="9910800" cy="6825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2000"/>
              <a:buNone/>
              <a:defRPr sz="1600"/>
            </a:lvl1pPr>
            <a:lvl2pPr indent="-228600" lvl="1" marL="914400" rtl="0" algn="l">
              <a:lnSpc>
                <a:spcPct val="120000"/>
              </a:lnSpc>
              <a:spcBef>
                <a:spcPts val="500"/>
              </a:spcBef>
              <a:spcAft>
                <a:spcPts val="0"/>
              </a:spcAft>
              <a:buClr>
                <a:schemeClr val="lt1"/>
              </a:buClr>
              <a:buSzPts val="1750"/>
              <a:buNone/>
              <a:defRPr sz="1400"/>
            </a:lvl2pPr>
            <a:lvl3pPr indent="-228600" lvl="2" marL="1371600" rtl="0" algn="l">
              <a:lnSpc>
                <a:spcPct val="120000"/>
              </a:lnSpc>
              <a:spcBef>
                <a:spcPts val="500"/>
              </a:spcBef>
              <a:spcAft>
                <a:spcPts val="0"/>
              </a:spcAft>
              <a:buClr>
                <a:schemeClr val="lt1"/>
              </a:buClr>
              <a:buSzPts val="1500"/>
              <a:buNone/>
              <a:defRPr sz="1200"/>
            </a:lvl3pPr>
            <a:lvl4pPr indent="-228600" lvl="3" marL="1828800" rtl="0" algn="l">
              <a:lnSpc>
                <a:spcPct val="120000"/>
              </a:lnSpc>
              <a:spcBef>
                <a:spcPts val="500"/>
              </a:spcBef>
              <a:spcAft>
                <a:spcPts val="0"/>
              </a:spcAft>
              <a:buClr>
                <a:schemeClr val="lt1"/>
              </a:buClr>
              <a:buSzPts val="1250"/>
              <a:buNone/>
              <a:defRPr sz="1000"/>
            </a:lvl4pPr>
            <a:lvl5pPr indent="-228600" lvl="4" marL="2286000" rtl="0" algn="l">
              <a:lnSpc>
                <a:spcPct val="120000"/>
              </a:lnSpc>
              <a:spcBef>
                <a:spcPts val="500"/>
              </a:spcBef>
              <a:spcAft>
                <a:spcPts val="0"/>
              </a:spcAft>
              <a:buClr>
                <a:schemeClr val="lt1"/>
              </a:buClr>
              <a:buSzPts val="1250"/>
              <a:buNone/>
              <a:defRPr sz="1000"/>
            </a:lvl5pPr>
            <a:lvl6pPr indent="-228600" lvl="5" marL="2743200" rtl="0" algn="l">
              <a:lnSpc>
                <a:spcPct val="120000"/>
              </a:lnSpc>
              <a:spcBef>
                <a:spcPts val="500"/>
              </a:spcBef>
              <a:spcAft>
                <a:spcPts val="0"/>
              </a:spcAft>
              <a:buClr>
                <a:schemeClr val="lt1"/>
              </a:buClr>
              <a:buSzPts val="1250"/>
              <a:buNone/>
              <a:defRPr sz="1000"/>
            </a:lvl6pPr>
            <a:lvl7pPr indent="-228600" lvl="6" marL="3200400" rtl="0" algn="l">
              <a:lnSpc>
                <a:spcPct val="120000"/>
              </a:lnSpc>
              <a:spcBef>
                <a:spcPts val="500"/>
              </a:spcBef>
              <a:spcAft>
                <a:spcPts val="0"/>
              </a:spcAft>
              <a:buClr>
                <a:schemeClr val="lt1"/>
              </a:buClr>
              <a:buSzPts val="1250"/>
              <a:buNone/>
              <a:defRPr sz="1000"/>
            </a:lvl7pPr>
            <a:lvl8pPr indent="-228600" lvl="7" marL="3657600" rtl="0" algn="l">
              <a:lnSpc>
                <a:spcPct val="120000"/>
              </a:lnSpc>
              <a:spcBef>
                <a:spcPts val="500"/>
              </a:spcBef>
              <a:spcAft>
                <a:spcPts val="0"/>
              </a:spcAft>
              <a:buClr>
                <a:schemeClr val="lt1"/>
              </a:buClr>
              <a:buSzPts val="1250"/>
              <a:buNone/>
              <a:defRPr sz="1000"/>
            </a:lvl8pPr>
            <a:lvl9pPr indent="-228600" lvl="8" marL="4114800" rtl="0" algn="l">
              <a:lnSpc>
                <a:spcPct val="120000"/>
              </a:lnSpc>
              <a:spcBef>
                <a:spcPts val="500"/>
              </a:spcBef>
              <a:spcAft>
                <a:spcPts val="0"/>
              </a:spcAft>
              <a:buClr>
                <a:schemeClr val="lt1"/>
              </a:buClr>
              <a:buSzPts val="1250"/>
              <a:buNone/>
              <a:defRPr sz="1000"/>
            </a:lvl9pPr>
          </a:lstStyle>
          <a:p/>
        </p:txBody>
      </p:sp>
      <p:sp>
        <p:nvSpPr>
          <p:cNvPr id="536" name="Google Shape;536;p11"/>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37" name="Google Shape;537;p11"/>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38" name="Google Shape;538;p11"/>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539" name="Shape 539"/>
        <p:cNvGrpSpPr/>
        <p:nvPr/>
      </p:nvGrpSpPr>
      <p:grpSpPr>
        <a:xfrm>
          <a:off x="0" y="0"/>
          <a:ext cx="0" cy="0"/>
          <a:chOff x="0" y="0"/>
          <a:chExt cx="0" cy="0"/>
        </a:xfrm>
      </p:grpSpPr>
      <p:sp>
        <p:nvSpPr>
          <p:cNvPr id="540" name="Google Shape;540;p12"/>
          <p:cNvSpPr txBox="1"/>
          <p:nvPr>
            <p:ph type="title"/>
          </p:nvPr>
        </p:nvSpPr>
        <p:spPr>
          <a:xfrm>
            <a:off x="1141456" y="609600"/>
            <a:ext cx="9906000" cy="3429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3600"/>
              <a:buFont typeface="Twentieth Century"/>
              <a:buNone/>
              <a:defRPr sz="3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41" name="Google Shape;541;p12"/>
          <p:cNvSpPr txBox="1"/>
          <p:nvPr>
            <p:ph idx="1" type="body"/>
          </p:nvPr>
        </p:nvSpPr>
        <p:spPr>
          <a:xfrm>
            <a:off x="1141410" y="4419599"/>
            <a:ext cx="9904500" cy="1371600"/>
          </a:xfrm>
          <a:prstGeom prst="rect">
            <a:avLst/>
          </a:prstGeom>
          <a:noFill/>
          <a:ln>
            <a:noFill/>
          </a:ln>
        </p:spPr>
        <p:txBody>
          <a:bodyPr anchorCtr="0" anchor="ctr"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2250"/>
              <a:buNone/>
              <a:defRPr sz="1800"/>
            </a:lvl1pPr>
            <a:lvl2pPr indent="-228600" lvl="1" marL="914400" rtl="0" algn="l">
              <a:lnSpc>
                <a:spcPct val="120000"/>
              </a:lnSpc>
              <a:spcBef>
                <a:spcPts val="500"/>
              </a:spcBef>
              <a:spcAft>
                <a:spcPts val="0"/>
              </a:spcAft>
              <a:buClr>
                <a:schemeClr val="lt1"/>
              </a:buClr>
              <a:buSzPts val="1750"/>
              <a:buNone/>
              <a:defRPr sz="1400"/>
            </a:lvl2pPr>
            <a:lvl3pPr indent="-228600" lvl="2" marL="1371600" rtl="0" algn="l">
              <a:lnSpc>
                <a:spcPct val="120000"/>
              </a:lnSpc>
              <a:spcBef>
                <a:spcPts val="500"/>
              </a:spcBef>
              <a:spcAft>
                <a:spcPts val="0"/>
              </a:spcAft>
              <a:buClr>
                <a:schemeClr val="lt1"/>
              </a:buClr>
              <a:buSzPts val="1500"/>
              <a:buNone/>
              <a:defRPr sz="1200"/>
            </a:lvl3pPr>
            <a:lvl4pPr indent="-228600" lvl="3" marL="1828800" rtl="0" algn="l">
              <a:lnSpc>
                <a:spcPct val="120000"/>
              </a:lnSpc>
              <a:spcBef>
                <a:spcPts val="500"/>
              </a:spcBef>
              <a:spcAft>
                <a:spcPts val="0"/>
              </a:spcAft>
              <a:buClr>
                <a:schemeClr val="lt1"/>
              </a:buClr>
              <a:buSzPts val="1250"/>
              <a:buNone/>
              <a:defRPr sz="1000"/>
            </a:lvl4pPr>
            <a:lvl5pPr indent="-228600" lvl="4" marL="2286000" rtl="0" algn="l">
              <a:lnSpc>
                <a:spcPct val="120000"/>
              </a:lnSpc>
              <a:spcBef>
                <a:spcPts val="500"/>
              </a:spcBef>
              <a:spcAft>
                <a:spcPts val="0"/>
              </a:spcAft>
              <a:buClr>
                <a:schemeClr val="lt1"/>
              </a:buClr>
              <a:buSzPts val="1250"/>
              <a:buNone/>
              <a:defRPr sz="1000"/>
            </a:lvl5pPr>
            <a:lvl6pPr indent="-228600" lvl="5" marL="2743200" rtl="0" algn="l">
              <a:lnSpc>
                <a:spcPct val="120000"/>
              </a:lnSpc>
              <a:spcBef>
                <a:spcPts val="500"/>
              </a:spcBef>
              <a:spcAft>
                <a:spcPts val="0"/>
              </a:spcAft>
              <a:buClr>
                <a:schemeClr val="lt1"/>
              </a:buClr>
              <a:buSzPts val="1250"/>
              <a:buNone/>
              <a:defRPr sz="1000"/>
            </a:lvl6pPr>
            <a:lvl7pPr indent="-228600" lvl="6" marL="3200400" rtl="0" algn="l">
              <a:lnSpc>
                <a:spcPct val="120000"/>
              </a:lnSpc>
              <a:spcBef>
                <a:spcPts val="500"/>
              </a:spcBef>
              <a:spcAft>
                <a:spcPts val="0"/>
              </a:spcAft>
              <a:buClr>
                <a:schemeClr val="lt1"/>
              </a:buClr>
              <a:buSzPts val="1250"/>
              <a:buNone/>
              <a:defRPr sz="1000"/>
            </a:lvl7pPr>
            <a:lvl8pPr indent="-228600" lvl="7" marL="3657600" rtl="0" algn="l">
              <a:lnSpc>
                <a:spcPct val="120000"/>
              </a:lnSpc>
              <a:spcBef>
                <a:spcPts val="500"/>
              </a:spcBef>
              <a:spcAft>
                <a:spcPts val="0"/>
              </a:spcAft>
              <a:buClr>
                <a:schemeClr val="lt1"/>
              </a:buClr>
              <a:buSzPts val="1250"/>
              <a:buNone/>
              <a:defRPr sz="1000"/>
            </a:lvl8pPr>
            <a:lvl9pPr indent="-228600" lvl="8" marL="4114800" rtl="0" algn="l">
              <a:lnSpc>
                <a:spcPct val="120000"/>
              </a:lnSpc>
              <a:spcBef>
                <a:spcPts val="500"/>
              </a:spcBef>
              <a:spcAft>
                <a:spcPts val="0"/>
              </a:spcAft>
              <a:buClr>
                <a:schemeClr val="lt1"/>
              </a:buClr>
              <a:buSzPts val="1250"/>
              <a:buNone/>
              <a:defRPr sz="1000"/>
            </a:lvl9pPr>
          </a:lstStyle>
          <a:p/>
        </p:txBody>
      </p:sp>
      <p:sp>
        <p:nvSpPr>
          <p:cNvPr id="542" name="Google Shape;542;p12"/>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43" name="Google Shape;543;p12"/>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44" name="Google Shape;544;p12"/>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545" name="Shape 545"/>
        <p:cNvGrpSpPr/>
        <p:nvPr/>
      </p:nvGrpSpPr>
      <p:grpSpPr>
        <a:xfrm>
          <a:off x="0" y="0"/>
          <a:ext cx="0" cy="0"/>
          <a:chOff x="0" y="0"/>
          <a:chExt cx="0" cy="0"/>
        </a:xfrm>
      </p:grpSpPr>
      <p:sp>
        <p:nvSpPr>
          <p:cNvPr id="546" name="Google Shape;546;p13"/>
          <p:cNvSpPr txBox="1"/>
          <p:nvPr>
            <p:ph type="title"/>
          </p:nvPr>
        </p:nvSpPr>
        <p:spPr>
          <a:xfrm>
            <a:off x="1446212" y="609599"/>
            <a:ext cx="9302700" cy="27483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3600"/>
              <a:buFont typeface="Twentieth Century"/>
              <a:buNone/>
              <a:defRPr sz="3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47" name="Google Shape;547;p13"/>
          <p:cNvSpPr txBox="1"/>
          <p:nvPr>
            <p:ph idx="1" type="body"/>
          </p:nvPr>
        </p:nvSpPr>
        <p:spPr>
          <a:xfrm>
            <a:off x="1720644" y="3365557"/>
            <a:ext cx="8752200" cy="5490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1750"/>
              <a:buNone/>
              <a:defRPr sz="1400"/>
            </a:lvl1pPr>
            <a:lvl2pPr indent="-228600" lvl="1" marL="914400" rtl="0" algn="l">
              <a:lnSpc>
                <a:spcPct val="120000"/>
              </a:lnSpc>
              <a:spcBef>
                <a:spcPts val="500"/>
              </a:spcBef>
              <a:spcAft>
                <a:spcPts val="0"/>
              </a:spcAft>
              <a:buClr>
                <a:schemeClr val="lt1"/>
              </a:buClr>
              <a:buSzPts val="1750"/>
              <a:buNone/>
              <a:defRPr sz="1400"/>
            </a:lvl2pPr>
            <a:lvl3pPr indent="-228600" lvl="2" marL="1371600" rtl="0" algn="l">
              <a:lnSpc>
                <a:spcPct val="120000"/>
              </a:lnSpc>
              <a:spcBef>
                <a:spcPts val="500"/>
              </a:spcBef>
              <a:spcAft>
                <a:spcPts val="0"/>
              </a:spcAft>
              <a:buClr>
                <a:schemeClr val="lt1"/>
              </a:buClr>
              <a:buSzPts val="1500"/>
              <a:buNone/>
              <a:defRPr sz="1200"/>
            </a:lvl3pPr>
            <a:lvl4pPr indent="-228600" lvl="3" marL="1828800" rtl="0" algn="l">
              <a:lnSpc>
                <a:spcPct val="120000"/>
              </a:lnSpc>
              <a:spcBef>
                <a:spcPts val="500"/>
              </a:spcBef>
              <a:spcAft>
                <a:spcPts val="0"/>
              </a:spcAft>
              <a:buClr>
                <a:schemeClr val="lt1"/>
              </a:buClr>
              <a:buSzPts val="1250"/>
              <a:buNone/>
              <a:defRPr sz="1000"/>
            </a:lvl4pPr>
            <a:lvl5pPr indent="-228600" lvl="4" marL="2286000" rtl="0" algn="l">
              <a:lnSpc>
                <a:spcPct val="120000"/>
              </a:lnSpc>
              <a:spcBef>
                <a:spcPts val="500"/>
              </a:spcBef>
              <a:spcAft>
                <a:spcPts val="0"/>
              </a:spcAft>
              <a:buClr>
                <a:schemeClr val="lt1"/>
              </a:buClr>
              <a:buSzPts val="1250"/>
              <a:buNone/>
              <a:defRPr sz="1000"/>
            </a:lvl5pPr>
            <a:lvl6pPr indent="-228600" lvl="5" marL="2743200" rtl="0" algn="l">
              <a:lnSpc>
                <a:spcPct val="120000"/>
              </a:lnSpc>
              <a:spcBef>
                <a:spcPts val="500"/>
              </a:spcBef>
              <a:spcAft>
                <a:spcPts val="0"/>
              </a:spcAft>
              <a:buClr>
                <a:schemeClr val="lt1"/>
              </a:buClr>
              <a:buSzPts val="1250"/>
              <a:buNone/>
              <a:defRPr sz="1000"/>
            </a:lvl6pPr>
            <a:lvl7pPr indent="-228600" lvl="6" marL="3200400" rtl="0" algn="l">
              <a:lnSpc>
                <a:spcPct val="120000"/>
              </a:lnSpc>
              <a:spcBef>
                <a:spcPts val="500"/>
              </a:spcBef>
              <a:spcAft>
                <a:spcPts val="0"/>
              </a:spcAft>
              <a:buClr>
                <a:schemeClr val="lt1"/>
              </a:buClr>
              <a:buSzPts val="1250"/>
              <a:buNone/>
              <a:defRPr sz="1000"/>
            </a:lvl7pPr>
            <a:lvl8pPr indent="-228600" lvl="7" marL="3657600" rtl="0" algn="l">
              <a:lnSpc>
                <a:spcPct val="120000"/>
              </a:lnSpc>
              <a:spcBef>
                <a:spcPts val="500"/>
              </a:spcBef>
              <a:spcAft>
                <a:spcPts val="0"/>
              </a:spcAft>
              <a:buClr>
                <a:schemeClr val="lt1"/>
              </a:buClr>
              <a:buSzPts val="1250"/>
              <a:buNone/>
              <a:defRPr sz="1000"/>
            </a:lvl8pPr>
            <a:lvl9pPr indent="-228600" lvl="8" marL="4114800" rtl="0" algn="l">
              <a:lnSpc>
                <a:spcPct val="120000"/>
              </a:lnSpc>
              <a:spcBef>
                <a:spcPts val="500"/>
              </a:spcBef>
              <a:spcAft>
                <a:spcPts val="0"/>
              </a:spcAft>
              <a:buClr>
                <a:schemeClr val="lt1"/>
              </a:buClr>
              <a:buSzPts val="1250"/>
              <a:buNone/>
              <a:defRPr sz="1000"/>
            </a:lvl9pPr>
          </a:lstStyle>
          <a:p/>
        </p:txBody>
      </p:sp>
      <p:sp>
        <p:nvSpPr>
          <p:cNvPr id="548" name="Google Shape;548;p13"/>
          <p:cNvSpPr txBox="1"/>
          <p:nvPr>
            <p:ph idx="2" type="body"/>
          </p:nvPr>
        </p:nvSpPr>
        <p:spPr>
          <a:xfrm>
            <a:off x="1141411" y="4309919"/>
            <a:ext cx="9906000" cy="1489500"/>
          </a:xfrm>
          <a:prstGeom prst="rect">
            <a:avLst/>
          </a:prstGeom>
          <a:noFill/>
          <a:ln>
            <a:noFill/>
          </a:ln>
        </p:spPr>
        <p:txBody>
          <a:bodyPr anchorCtr="0" anchor="ctr"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2250"/>
              <a:buNone/>
              <a:defRPr sz="1800"/>
            </a:lvl1pPr>
            <a:lvl2pPr indent="-228600" lvl="1" marL="914400" rtl="0" algn="l">
              <a:lnSpc>
                <a:spcPct val="120000"/>
              </a:lnSpc>
              <a:spcBef>
                <a:spcPts val="500"/>
              </a:spcBef>
              <a:spcAft>
                <a:spcPts val="0"/>
              </a:spcAft>
              <a:buClr>
                <a:schemeClr val="lt1"/>
              </a:buClr>
              <a:buSzPts val="1750"/>
              <a:buNone/>
              <a:defRPr sz="1400"/>
            </a:lvl2pPr>
            <a:lvl3pPr indent="-228600" lvl="2" marL="1371600" rtl="0" algn="l">
              <a:lnSpc>
                <a:spcPct val="120000"/>
              </a:lnSpc>
              <a:spcBef>
                <a:spcPts val="500"/>
              </a:spcBef>
              <a:spcAft>
                <a:spcPts val="0"/>
              </a:spcAft>
              <a:buClr>
                <a:schemeClr val="lt1"/>
              </a:buClr>
              <a:buSzPts val="1500"/>
              <a:buNone/>
              <a:defRPr sz="1200"/>
            </a:lvl3pPr>
            <a:lvl4pPr indent="-228600" lvl="3" marL="1828800" rtl="0" algn="l">
              <a:lnSpc>
                <a:spcPct val="120000"/>
              </a:lnSpc>
              <a:spcBef>
                <a:spcPts val="500"/>
              </a:spcBef>
              <a:spcAft>
                <a:spcPts val="0"/>
              </a:spcAft>
              <a:buClr>
                <a:schemeClr val="lt1"/>
              </a:buClr>
              <a:buSzPts val="1250"/>
              <a:buNone/>
              <a:defRPr sz="1000"/>
            </a:lvl4pPr>
            <a:lvl5pPr indent="-228600" lvl="4" marL="2286000" rtl="0" algn="l">
              <a:lnSpc>
                <a:spcPct val="120000"/>
              </a:lnSpc>
              <a:spcBef>
                <a:spcPts val="500"/>
              </a:spcBef>
              <a:spcAft>
                <a:spcPts val="0"/>
              </a:spcAft>
              <a:buClr>
                <a:schemeClr val="lt1"/>
              </a:buClr>
              <a:buSzPts val="1250"/>
              <a:buNone/>
              <a:defRPr sz="1000"/>
            </a:lvl5pPr>
            <a:lvl6pPr indent="-228600" lvl="5" marL="2743200" rtl="0" algn="l">
              <a:lnSpc>
                <a:spcPct val="120000"/>
              </a:lnSpc>
              <a:spcBef>
                <a:spcPts val="500"/>
              </a:spcBef>
              <a:spcAft>
                <a:spcPts val="0"/>
              </a:spcAft>
              <a:buClr>
                <a:schemeClr val="lt1"/>
              </a:buClr>
              <a:buSzPts val="1250"/>
              <a:buNone/>
              <a:defRPr sz="1000"/>
            </a:lvl6pPr>
            <a:lvl7pPr indent="-228600" lvl="6" marL="3200400" rtl="0" algn="l">
              <a:lnSpc>
                <a:spcPct val="120000"/>
              </a:lnSpc>
              <a:spcBef>
                <a:spcPts val="500"/>
              </a:spcBef>
              <a:spcAft>
                <a:spcPts val="0"/>
              </a:spcAft>
              <a:buClr>
                <a:schemeClr val="lt1"/>
              </a:buClr>
              <a:buSzPts val="1250"/>
              <a:buNone/>
              <a:defRPr sz="1000"/>
            </a:lvl7pPr>
            <a:lvl8pPr indent="-228600" lvl="7" marL="3657600" rtl="0" algn="l">
              <a:lnSpc>
                <a:spcPct val="120000"/>
              </a:lnSpc>
              <a:spcBef>
                <a:spcPts val="500"/>
              </a:spcBef>
              <a:spcAft>
                <a:spcPts val="0"/>
              </a:spcAft>
              <a:buClr>
                <a:schemeClr val="lt1"/>
              </a:buClr>
              <a:buSzPts val="1250"/>
              <a:buNone/>
              <a:defRPr sz="1000"/>
            </a:lvl8pPr>
            <a:lvl9pPr indent="-228600" lvl="8" marL="4114800" rtl="0" algn="l">
              <a:lnSpc>
                <a:spcPct val="120000"/>
              </a:lnSpc>
              <a:spcBef>
                <a:spcPts val="500"/>
              </a:spcBef>
              <a:spcAft>
                <a:spcPts val="0"/>
              </a:spcAft>
              <a:buClr>
                <a:schemeClr val="lt1"/>
              </a:buClr>
              <a:buSzPts val="1250"/>
              <a:buNone/>
              <a:defRPr sz="1000"/>
            </a:lvl9pPr>
          </a:lstStyle>
          <a:p/>
        </p:txBody>
      </p:sp>
      <p:sp>
        <p:nvSpPr>
          <p:cNvPr id="549" name="Google Shape;549;p13"/>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0" name="Google Shape;550;p13"/>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1" name="Google Shape;551;p13"/>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52" name="Google Shape;552;p13"/>
          <p:cNvSpPr txBox="1"/>
          <p:nvPr/>
        </p:nvSpPr>
        <p:spPr>
          <a:xfrm>
            <a:off x="903512" y="732394"/>
            <a:ext cx="609600" cy="5847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Twentieth Century"/>
              <a:buNone/>
            </a:pPr>
            <a:r>
              <a:rPr b="0" lang="en-US" sz="8000" cap="none">
                <a:solidFill>
                  <a:schemeClr val="lt1"/>
                </a:solidFill>
                <a:latin typeface="Twentieth Century"/>
                <a:ea typeface="Twentieth Century"/>
                <a:cs typeface="Twentieth Century"/>
                <a:sym typeface="Twentieth Century"/>
              </a:rPr>
              <a:t>“</a:t>
            </a:r>
            <a:endParaRPr/>
          </a:p>
        </p:txBody>
      </p:sp>
      <p:sp>
        <p:nvSpPr>
          <p:cNvPr id="553" name="Google Shape;553;p13"/>
          <p:cNvSpPr txBox="1"/>
          <p:nvPr/>
        </p:nvSpPr>
        <p:spPr>
          <a:xfrm>
            <a:off x="10537370" y="2764972"/>
            <a:ext cx="609600" cy="5847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Twentieth Century"/>
              <a:buNone/>
            </a:pPr>
            <a:r>
              <a:rPr b="0" lang="en-US" sz="8000" cap="none">
                <a:solidFill>
                  <a:schemeClr val="lt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554" name="Shape 554"/>
        <p:cNvGrpSpPr/>
        <p:nvPr/>
      </p:nvGrpSpPr>
      <p:grpSpPr>
        <a:xfrm>
          <a:off x="0" y="0"/>
          <a:ext cx="0" cy="0"/>
          <a:chOff x="0" y="0"/>
          <a:chExt cx="0" cy="0"/>
        </a:xfrm>
      </p:grpSpPr>
      <p:sp>
        <p:nvSpPr>
          <p:cNvPr id="555" name="Google Shape;555;p14"/>
          <p:cNvSpPr txBox="1"/>
          <p:nvPr>
            <p:ph type="title"/>
          </p:nvPr>
        </p:nvSpPr>
        <p:spPr>
          <a:xfrm>
            <a:off x="1141410" y="2134041"/>
            <a:ext cx="9906000" cy="25119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lt1"/>
              </a:buClr>
              <a:buSzPts val="3600"/>
              <a:buFont typeface="Twentieth Century"/>
              <a:buNone/>
              <a:defRPr sz="3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56" name="Google Shape;556;p14"/>
          <p:cNvSpPr txBox="1"/>
          <p:nvPr>
            <p:ph idx="1" type="body"/>
          </p:nvPr>
        </p:nvSpPr>
        <p:spPr>
          <a:xfrm>
            <a:off x="1141364" y="4657655"/>
            <a:ext cx="9904500" cy="11406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2250"/>
              <a:buNone/>
              <a:defRPr sz="1800"/>
            </a:lvl1pPr>
            <a:lvl2pPr indent="-228600" lvl="1" marL="914400" rtl="0" algn="l">
              <a:lnSpc>
                <a:spcPct val="120000"/>
              </a:lnSpc>
              <a:spcBef>
                <a:spcPts val="500"/>
              </a:spcBef>
              <a:spcAft>
                <a:spcPts val="0"/>
              </a:spcAft>
              <a:buClr>
                <a:schemeClr val="lt1"/>
              </a:buClr>
              <a:buSzPts val="1750"/>
              <a:buNone/>
              <a:defRPr sz="1400"/>
            </a:lvl2pPr>
            <a:lvl3pPr indent="-228600" lvl="2" marL="1371600" rtl="0" algn="l">
              <a:lnSpc>
                <a:spcPct val="120000"/>
              </a:lnSpc>
              <a:spcBef>
                <a:spcPts val="500"/>
              </a:spcBef>
              <a:spcAft>
                <a:spcPts val="0"/>
              </a:spcAft>
              <a:buClr>
                <a:schemeClr val="lt1"/>
              </a:buClr>
              <a:buSzPts val="1500"/>
              <a:buNone/>
              <a:defRPr sz="1200"/>
            </a:lvl3pPr>
            <a:lvl4pPr indent="-228600" lvl="3" marL="1828800" rtl="0" algn="l">
              <a:lnSpc>
                <a:spcPct val="120000"/>
              </a:lnSpc>
              <a:spcBef>
                <a:spcPts val="500"/>
              </a:spcBef>
              <a:spcAft>
                <a:spcPts val="0"/>
              </a:spcAft>
              <a:buClr>
                <a:schemeClr val="lt1"/>
              </a:buClr>
              <a:buSzPts val="1250"/>
              <a:buNone/>
              <a:defRPr sz="1000"/>
            </a:lvl4pPr>
            <a:lvl5pPr indent="-228600" lvl="4" marL="2286000" rtl="0" algn="l">
              <a:lnSpc>
                <a:spcPct val="120000"/>
              </a:lnSpc>
              <a:spcBef>
                <a:spcPts val="500"/>
              </a:spcBef>
              <a:spcAft>
                <a:spcPts val="0"/>
              </a:spcAft>
              <a:buClr>
                <a:schemeClr val="lt1"/>
              </a:buClr>
              <a:buSzPts val="1250"/>
              <a:buNone/>
              <a:defRPr sz="1000"/>
            </a:lvl5pPr>
            <a:lvl6pPr indent="-228600" lvl="5" marL="2743200" rtl="0" algn="l">
              <a:lnSpc>
                <a:spcPct val="120000"/>
              </a:lnSpc>
              <a:spcBef>
                <a:spcPts val="500"/>
              </a:spcBef>
              <a:spcAft>
                <a:spcPts val="0"/>
              </a:spcAft>
              <a:buClr>
                <a:schemeClr val="lt1"/>
              </a:buClr>
              <a:buSzPts val="1250"/>
              <a:buNone/>
              <a:defRPr sz="1000"/>
            </a:lvl6pPr>
            <a:lvl7pPr indent="-228600" lvl="6" marL="3200400" rtl="0" algn="l">
              <a:lnSpc>
                <a:spcPct val="120000"/>
              </a:lnSpc>
              <a:spcBef>
                <a:spcPts val="500"/>
              </a:spcBef>
              <a:spcAft>
                <a:spcPts val="0"/>
              </a:spcAft>
              <a:buClr>
                <a:schemeClr val="lt1"/>
              </a:buClr>
              <a:buSzPts val="1250"/>
              <a:buNone/>
              <a:defRPr sz="1000"/>
            </a:lvl7pPr>
            <a:lvl8pPr indent="-228600" lvl="7" marL="3657600" rtl="0" algn="l">
              <a:lnSpc>
                <a:spcPct val="120000"/>
              </a:lnSpc>
              <a:spcBef>
                <a:spcPts val="500"/>
              </a:spcBef>
              <a:spcAft>
                <a:spcPts val="0"/>
              </a:spcAft>
              <a:buClr>
                <a:schemeClr val="lt1"/>
              </a:buClr>
              <a:buSzPts val="1250"/>
              <a:buNone/>
              <a:defRPr sz="1000"/>
            </a:lvl8pPr>
            <a:lvl9pPr indent="-228600" lvl="8" marL="4114800" rtl="0" algn="l">
              <a:lnSpc>
                <a:spcPct val="120000"/>
              </a:lnSpc>
              <a:spcBef>
                <a:spcPts val="500"/>
              </a:spcBef>
              <a:spcAft>
                <a:spcPts val="0"/>
              </a:spcAft>
              <a:buClr>
                <a:schemeClr val="lt1"/>
              </a:buClr>
              <a:buSzPts val="1250"/>
              <a:buNone/>
              <a:defRPr sz="1000"/>
            </a:lvl9pPr>
          </a:lstStyle>
          <a:p/>
        </p:txBody>
      </p:sp>
      <p:sp>
        <p:nvSpPr>
          <p:cNvPr id="557" name="Google Shape;557;p14"/>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8" name="Google Shape;558;p14"/>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59" name="Google Shape;559;p14"/>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560" name="Shape 560"/>
        <p:cNvGrpSpPr/>
        <p:nvPr/>
      </p:nvGrpSpPr>
      <p:grpSpPr>
        <a:xfrm>
          <a:off x="0" y="0"/>
          <a:ext cx="0" cy="0"/>
          <a:chOff x="0" y="0"/>
          <a:chExt cx="0" cy="0"/>
        </a:xfrm>
      </p:grpSpPr>
      <p:sp>
        <p:nvSpPr>
          <p:cNvPr id="561" name="Google Shape;561;p15"/>
          <p:cNvSpPr txBox="1"/>
          <p:nvPr>
            <p:ph type="title"/>
          </p:nvPr>
        </p:nvSpPr>
        <p:spPr>
          <a:xfrm>
            <a:off x="1141413" y="609600"/>
            <a:ext cx="9906000" cy="1905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62" name="Google Shape;562;p15"/>
          <p:cNvSpPr txBox="1"/>
          <p:nvPr>
            <p:ph idx="1" type="body"/>
          </p:nvPr>
        </p:nvSpPr>
        <p:spPr>
          <a:xfrm>
            <a:off x="1141410" y="2674463"/>
            <a:ext cx="3196800" cy="6858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000"/>
              </a:spcBef>
              <a:spcAft>
                <a:spcPts val="0"/>
              </a:spcAft>
              <a:buClr>
                <a:schemeClr val="lt1"/>
              </a:buClr>
              <a:buSzPts val="3000"/>
              <a:buNone/>
              <a:defRPr b="0" sz="2400" cap="none">
                <a:solidFill>
                  <a:schemeClr val="lt1"/>
                </a:solidFill>
              </a:defRPr>
            </a:lvl1pPr>
            <a:lvl2pPr indent="-228600" lvl="1" marL="914400" rtl="0" algn="l">
              <a:lnSpc>
                <a:spcPct val="120000"/>
              </a:lnSpc>
              <a:spcBef>
                <a:spcPts val="500"/>
              </a:spcBef>
              <a:spcAft>
                <a:spcPts val="0"/>
              </a:spcAft>
              <a:buClr>
                <a:schemeClr val="lt1"/>
              </a:buClr>
              <a:buSzPts val="2500"/>
              <a:buNone/>
              <a:defRPr b="1" sz="2000"/>
            </a:lvl2pPr>
            <a:lvl3pPr indent="-228600" lvl="2" marL="1371600" rtl="0" algn="l">
              <a:lnSpc>
                <a:spcPct val="120000"/>
              </a:lnSpc>
              <a:spcBef>
                <a:spcPts val="500"/>
              </a:spcBef>
              <a:spcAft>
                <a:spcPts val="0"/>
              </a:spcAft>
              <a:buClr>
                <a:schemeClr val="lt1"/>
              </a:buClr>
              <a:buSzPts val="2250"/>
              <a:buNone/>
              <a:defRPr b="1" sz="1800"/>
            </a:lvl3pPr>
            <a:lvl4pPr indent="-228600" lvl="3" marL="1828800" rtl="0" algn="l">
              <a:lnSpc>
                <a:spcPct val="120000"/>
              </a:lnSpc>
              <a:spcBef>
                <a:spcPts val="500"/>
              </a:spcBef>
              <a:spcAft>
                <a:spcPts val="0"/>
              </a:spcAft>
              <a:buClr>
                <a:schemeClr val="lt1"/>
              </a:buClr>
              <a:buSzPts val="2000"/>
              <a:buNone/>
              <a:defRPr b="1" sz="1600"/>
            </a:lvl4pPr>
            <a:lvl5pPr indent="-228600" lvl="4" marL="2286000" rtl="0" algn="l">
              <a:lnSpc>
                <a:spcPct val="120000"/>
              </a:lnSpc>
              <a:spcBef>
                <a:spcPts val="500"/>
              </a:spcBef>
              <a:spcAft>
                <a:spcPts val="0"/>
              </a:spcAft>
              <a:buClr>
                <a:schemeClr val="lt1"/>
              </a:buClr>
              <a:buSzPts val="2000"/>
              <a:buNone/>
              <a:defRPr b="1" sz="1600"/>
            </a:lvl5pPr>
            <a:lvl6pPr indent="-228600" lvl="5" marL="2743200" rtl="0" algn="l">
              <a:lnSpc>
                <a:spcPct val="120000"/>
              </a:lnSpc>
              <a:spcBef>
                <a:spcPts val="500"/>
              </a:spcBef>
              <a:spcAft>
                <a:spcPts val="0"/>
              </a:spcAft>
              <a:buClr>
                <a:schemeClr val="lt1"/>
              </a:buClr>
              <a:buSzPts val="2000"/>
              <a:buNone/>
              <a:defRPr b="1" sz="1600"/>
            </a:lvl6pPr>
            <a:lvl7pPr indent="-228600" lvl="6" marL="3200400" rtl="0" algn="l">
              <a:lnSpc>
                <a:spcPct val="120000"/>
              </a:lnSpc>
              <a:spcBef>
                <a:spcPts val="500"/>
              </a:spcBef>
              <a:spcAft>
                <a:spcPts val="0"/>
              </a:spcAft>
              <a:buClr>
                <a:schemeClr val="lt1"/>
              </a:buClr>
              <a:buSzPts val="2000"/>
              <a:buNone/>
              <a:defRPr b="1" sz="1600"/>
            </a:lvl7pPr>
            <a:lvl8pPr indent="-228600" lvl="7" marL="3657600" rtl="0" algn="l">
              <a:lnSpc>
                <a:spcPct val="120000"/>
              </a:lnSpc>
              <a:spcBef>
                <a:spcPts val="500"/>
              </a:spcBef>
              <a:spcAft>
                <a:spcPts val="0"/>
              </a:spcAft>
              <a:buClr>
                <a:schemeClr val="lt1"/>
              </a:buClr>
              <a:buSzPts val="2000"/>
              <a:buNone/>
              <a:defRPr b="1" sz="1600"/>
            </a:lvl8pPr>
            <a:lvl9pPr indent="-228600" lvl="8" marL="4114800" rtl="0" algn="l">
              <a:lnSpc>
                <a:spcPct val="120000"/>
              </a:lnSpc>
              <a:spcBef>
                <a:spcPts val="500"/>
              </a:spcBef>
              <a:spcAft>
                <a:spcPts val="0"/>
              </a:spcAft>
              <a:buClr>
                <a:schemeClr val="lt1"/>
              </a:buClr>
              <a:buSzPts val="2000"/>
              <a:buNone/>
              <a:defRPr b="1" sz="1600"/>
            </a:lvl9pPr>
          </a:lstStyle>
          <a:p/>
        </p:txBody>
      </p:sp>
      <p:sp>
        <p:nvSpPr>
          <p:cNvPr id="563" name="Google Shape;563;p15"/>
          <p:cNvSpPr txBox="1"/>
          <p:nvPr>
            <p:ph idx="2" type="body"/>
          </p:nvPr>
        </p:nvSpPr>
        <p:spPr>
          <a:xfrm>
            <a:off x="1127918" y="3360263"/>
            <a:ext cx="3208800" cy="24309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1750"/>
              <a:buNone/>
              <a:defRPr sz="1400"/>
            </a:lvl1pPr>
            <a:lvl2pPr indent="-228600" lvl="1" marL="914400" rtl="0" algn="l">
              <a:lnSpc>
                <a:spcPct val="120000"/>
              </a:lnSpc>
              <a:spcBef>
                <a:spcPts val="500"/>
              </a:spcBef>
              <a:spcAft>
                <a:spcPts val="0"/>
              </a:spcAft>
              <a:buClr>
                <a:schemeClr val="lt1"/>
              </a:buClr>
              <a:buSzPts val="1500"/>
              <a:buNone/>
              <a:defRPr sz="1200"/>
            </a:lvl2pPr>
            <a:lvl3pPr indent="-228600" lvl="2" marL="1371600" rtl="0" algn="l">
              <a:lnSpc>
                <a:spcPct val="120000"/>
              </a:lnSpc>
              <a:spcBef>
                <a:spcPts val="500"/>
              </a:spcBef>
              <a:spcAft>
                <a:spcPts val="0"/>
              </a:spcAft>
              <a:buClr>
                <a:schemeClr val="lt1"/>
              </a:buClr>
              <a:buSzPts val="1250"/>
              <a:buNone/>
              <a:defRPr sz="1000"/>
            </a:lvl3pPr>
            <a:lvl4pPr indent="-228600" lvl="3" marL="1828800" rtl="0" algn="l">
              <a:lnSpc>
                <a:spcPct val="120000"/>
              </a:lnSpc>
              <a:spcBef>
                <a:spcPts val="500"/>
              </a:spcBef>
              <a:spcAft>
                <a:spcPts val="0"/>
              </a:spcAft>
              <a:buClr>
                <a:schemeClr val="lt1"/>
              </a:buClr>
              <a:buSzPts val="1125"/>
              <a:buNone/>
              <a:defRPr sz="900"/>
            </a:lvl4pPr>
            <a:lvl5pPr indent="-228600" lvl="4" marL="2286000" rtl="0" algn="l">
              <a:lnSpc>
                <a:spcPct val="120000"/>
              </a:lnSpc>
              <a:spcBef>
                <a:spcPts val="500"/>
              </a:spcBef>
              <a:spcAft>
                <a:spcPts val="0"/>
              </a:spcAft>
              <a:buClr>
                <a:schemeClr val="lt1"/>
              </a:buClr>
              <a:buSzPts val="1125"/>
              <a:buNone/>
              <a:defRPr sz="900"/>
            </a:lvl5pPr>
            <a:lvl6pPr indent="-228600" lvl="5" marL="2743200" rtl="0" algn="l">
              <a:lnSpc>
                <a:spcPct val="120000"/>
              </a:lnSpc>
              <a:spcBef>
                <a:spcPts val="500"/>
              </a:spcBef>
              <a:spcAft>
                <a:spcPts val="0"/>
              </a:spcAft>
              <a:buClr>
                <a:schemeClr val="lt1"/>
              </a:buClr>
              <a:buSzPts val="1125"/>
              <a:buNone/>
              <a:defRPr sz="900"/>
            </a:lvl6pPr>
            <a:lvl7pPr indent="-228600" lvl="6" marL="3200400" rtl="0" algn="l">
              <a:lnSpc>
                <a:spcPct val="120000"/>
              </a:lnSpc>
              <a:spcBef>
                <a:spcPts val="500"/>
              </a:spcBef>
              <a:spcAft>
                <a:spcPts val="0"/>
              </a:spcAft>
              <a:buClr>
                <a:schemeClr val="lt1"/>
              </a:buClr>
              <a:buSzPts val="1125"/>
              <a:buNone/>
              <a:defRPr sz="900"/>
            </a:lvl7pPr>
            <a:lvl8pPr indent="-228600" lvl="7" marL="3657600" rtl="0" algn="l">
              <a:lnSpc>
                <a:spcPct val="120000"/>
              </a:lnSpc>
              <a:spcBef>
                <a:spcPts val="500"/>
              </a:spcBef>
              <a:spcAft>
                <a:spcPts val="0"/>
              </a:spcAft>
              <a:buClr>
                <a:schemeClr val="lt1"/>
              </a:buClr>
              <a:buSzPts val="1125"/>
              <a:buNone/>
              <a:defRPr sz="900"/>
            </a:lvl8pPr>
            <a:lvl9pPr indent="-228600" lvl="8" marL="4114800" rtl="0" algn="l">
              <a:lnSpc>
                <a:spcPct val="120000"/>
              </a:lnSpc>
              <a:spcBef>
                <a:spcPts val="500"/>
              </a:spcBef>
              <a:spcAft>
                <a:spcPts val="0"/>
              </a:spcAft>
              <a:buClr>
                <a:schemeClr val="lt1"/>
              </a:buClr>
              <a:buSzPts val="1125"/>
              <a:buNone/>
              <a:defRPr sz="900"/>
            </a:lvl9pPr>
          </a:lstStyle>
          <a:p/>
        </p:txBody>
      </p:sp>
      <p:sp>
        <p:nvSpPr>
          <p:cNvPr id="564" name="Google Shape;564;p15"/>
          <p:cNvSpPr txBox="1"/>
          <p:nvPr>
            <p:ph idx="3" type="body"/>
          </p:nvPr>
        </p:nvSpPr>
        <p:spPr>
          <a:xfrm>
            <a:off x="4514766" y="2677635"/>
            <a:ext cx="3184500" cy="6858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000"/>
              </a:spcBef>
              <a:spcAft>
                <a:spcPts val="0"/>
              </a:spcAft>
              <a:buClr>
                <a:schemeClr val="lt1"/>
              </a:buClr>
              <a:buSzPts val="3000"/>
              <a:buNone/>
              <a:defRPr b="0" sz="2400" cap="none">
                <a:solidFill>
                  <a:schemeClr val="lt1"/>
                </a:solidFill>
              </a:defRPr>
            </a:lvl1pPr>
            <a:lvl2pPr indent="-228600" lvl="1" marL="914400" rtl="0" algn="l">
              <a:lnSpc>
                <a:spcPct val="120000"/>
              </a:lnSpc>
              <a:spcBef>
                <a:spcPts val="500"/>
              </a:spcBef>
              <a:spcAft>
                <a:spcPts val="0"/>
              </a:spcAft>
              <a:buClr>
                <a:schemeClr val="lt1"/>
              </a:buClr>
              <a:buSzPts val="2500"/>
              <a:buNone/>
              <a:defRPr b="1" sz="2000"/>
            </a:lvl2pPr>
            <a:lvl3pPr indent="-228600" lvl="2" marL="1371600" rtl="0" algn="l">
              <a:lnSpc>
                <a:spcPct val="120000"/>
              </a:lnSpc>
              <a:spcBef>
                <a:spcPts val="500"/>
              </a:spcBef>
              <a:spcAft>
                <a:spcPts val="0"/>
              </a:spcAft>
              <a:buClr>
                <a:schemeClr val="lt1"/>
              </a:buClr>
              <a:buSzPts val="2250"/>
              <a:buNone/>
              <a:defRPr b="1" sz="1800"/>
            </a:lvl3pPr>
            <a:lvl4pPr indent="-228600" lvl="3" marL="1828800" rtl="0" algn="l">
              <a:lnSpc>
                <a:spcPct val="120000"/>
              </a:lnSpc>
              <a:spcBef>
                <a:spcPts val="500"/>
              </a:spcBef>
              <a:spcAft>
                <a:spcPts val="0"/>
              </a:spcAft>
              <a:buClr>
                <a:schemeClr val="lt1"/>
              </a:buClr>
              <a:buSzPts val="2000"/>
              <a:buNone/>
              <a:defRPr b="1" sz="1600"/>
            </a:lvl4pPr>
            <a:lvl5pPr indent="-228600" lvl="4" marL="2286000" rtl="0" algn="l">
              <a:lnSpc>
                <a:spcPct val="120000"/>
              </a:lnSpc>
              <a:spcBef>
                <a:spcPts val="500"/>
              </a:spcBef>
              <a:spcAft>
                <a:spcPts val="0"/>
              </a:spcAft>
              <a:buClr>
                <a:schemeClr val="lt1"/>
              </a:buClr>
              <a:buSzPts val="2000"/>
              <a:buNone/>
              <a:defRPr b="1" sz="1600"/>
            </a:lvl5pPr>
            <a:lvl6pPr indent="-228600" lvl="5" marL="2743200" rtl="0" algn="l">
              <a:lnSpc>
                <a:spcPct val="120000"/>
              </a:lnSpc>
              <a:spcBef>
                <a:spcPts val="500"/>
              </a:spcBef>
              <a:spcAft>
                <a:spcPts val="0"/>
              </a:spcAft>
              <a:buClr>
                <a:schemeClr val="lt1"/>
              </a:buClr>
              <a:buSzPts val="2000"/>
              <a:buNone/>
              <a:defRPr b="1" sz="1600"/>
            </a:lvl6pPr>
            <a:lvl7pPr indent="-228600" lvl="6" marL="3200400" rtl="0" algn="l">
              <a:lnSpc>
                <a:spcPct val="120000"/>
              </a:lnSpc>
              <a:spcBef>
                <a:spcPts val="500"/>
              </a:spcBef>
              <a:spcAft>
                <a:spcPts val="0"/>
              </a:spcAft>
              <a:buClr>
                <a:schemeClr val="lt1"/>
              </a:buClr>
              <a:buSzPts val="2000"/>
              <a:buNone/>
              <a:defRPr b="1" sz="1600"/>
            </a:lvl7pPr>
            <a:lvl8pPr indent="-228600" lvl="7" marL="3657600" rtl="0" algn="l">
              <a:lnSpc>
                <a:spcPct val="120000"/>
              </a:lnSpc>
              <a:spcBef>
                <a:spcPts val="500"/>
              </a:spcBef>
              <a:spcAft>
                <a:spcPts val="0"/>
              </a:spcAft>
              <a:buClr>
                <a:schemeClr val="lt1"/>
              </a:buClr>
              <a:buSzPts val="2000"/>
              <a:buNone/>
              <a:defRPr b="1" sz="1600"/>
            </a:lvl8pPr>
            <a:lvl9pPr indent="-228600" lvl="8" marL="4114800" rtl="0" algn="l">
              <a:lnSpc>
                <a:spcPct val="120000"/>
              </a:lnSpc>
              <a:spcBef>
                <a:spcPts val="500"/>
              </a:spcBef>
              <a:spcAft>
                <a:spcPts val="0"/>
              </a:spcAft>
              <a:buClr>
                <a:schemeClr val="lt1"/>
              </a:buClr>
              <a:buSzPts val="2000"/>
              <a:buNone/>
              <a:defRPr b="1" sz="1600"/>
            </a:lvl9pPr>
          </a:lstStyle>
          <a:p/>
        </p:txBody>
      </p:sp>
      <p:sp>
        <p:nvSpPr>
          <p:cNvPr id="565" name="Google Shape;565;p15"/>
          <p:cNvSpPr txBox="1"/>
          <p:nvPr>
            <p:ph idx="4" type="body"/>
          </p:nvPr>
        </p:nvSpPr>
        <p:spPr>
          <a:xfrm>
            <a:off x="4504213" y="3363435"/>
            <a:ext cx="3195900" cy="24309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1750"/>
              <a:buNone/>
              <a:defRPr sz="1400"/>
            </a:lvl1pPr>
            <a:lvl2pPr indent="-228600" lvl="1" marL="914400" rtl="0" algn="l">
              <a:lnSpc>
                <a:spcPct val="120000"/>
              </a:lnSpc>
              <a:spcBef>
                <a:spcPts val="500"/>
              </a:spcBef>
              <a:spcAft>
                <a:spcPts val="0"/>
              </a:spcAft>
              <a:buClr>
                <a:schemeClr val="lt1"/>
              </a:buClr>
              <a:buSzPts val="1500"/>
              <a:buNone/>
              <a:defRPr sz="1200"/>
            </a:lvl2pPr>
            <a:lvl3pPr indent="-228600" lvl="2" marL="1371600" rtl="0" algn="l">
              <a:lnSpc>
                <a:spcPct val="120000"/>
              </a:lnSpc>
              <a:spcBef>
                <a:spcPts val="500"/>
              </a:spcBef>
              <a:spcAft>
                <a:spcPts val="0"/>
              </a:spcAft>
              <a:buClr>
                <a:schemeClr val="lt1"/>
              </a:buClr>
              <a:buSzPts val="1250"/>
              <a:buNone/>
              <a:defRPr sz="1000"/>
            </a:lvl3pPr>
            <a:lvl4pPr indent="-228600" lvl="3" marL="1828800" rtl="0" algn="l">
              <a:lnSpc>
                <a:spcPct val="120000"/>
              </a:lnSpc>
              <a:spcBef>
                <a:spcPts val="500"/>
              </a:spcBef>
              <a:spcAft>
                <a:spcPts val="0"/>
              </a:spcAft>
              <a:buClr>
                <a:schemeClr val="lt1"/>
              </a:buClr>
              <a:buSzPts val="1125"/>
              <a:buNone/>
              <a:defRPr sz="900"/>
            </a:lvl4pPr>
            <a:lvl5pPr indent="-228600" lvl="4" marL="2286000" rtl="0" algn="l">
              <a:lnSpc>
                <a:spcPct val="120000"/>
              </a:lnSpc>
              <a:spcBef>
                <a:spcPts val="500"/>
              </a:spcBef>
              <a:spcAft>
                <a:spcPts val="0"/>
              </a:spcAft>
              <a:buClr>
                <a:schemeClr val="lt1"/>
              </a:buClr>
              <a:buSzPts val="1125"/>
              <a:buNone/>
              <a:defRPr sz="900"/>
            </a:lvl5pPr>
            <a:lvl6pPr indent="-228600" lvl="5" marL="2743200" rtl="0" algn="l">
              <a:lnSpc>
                <a:spcPct val="120000"/>
              </a:lnSpc>
              <a:spcBef>
                <a:spcPts val="500"/>
              </a:spcBef>
              <a:spcAft>
                <a:spcPts val="0"/>
              </a:spcAft>
              <a:buClr>
                <a:schemeClr val="lt1"/>
              </a:buClr>
              <a:buSzPts val="1125"/>
              <a:buNone/>
              <a:defRPr sz="900"/>
            </a:lvl6pPr>
            <a:lvl7pPr indent="-228600" lvl="6" marL="3200400" rtl="0" algn="l">
              <a:lnSpc>
                <a:spcPct val="120000"/>
              </a:lnSpc>
              <a:spcBef>
                <a:spcPts val="500"/>
              </a:spcBef>
              <a:spcAft>
                <a:spcPts val="0"/>
              </a:spcAft>
              <a:buClr>
                <a:schemeClr val="lt1"/>
              </a:buClr>
              <a:buSzPts val="1125"/>
              <a:buNone/>
              <a:defRPr sz="900"/>
            </a:lvl7pPr>
            <a:lvl8pPr indent="-228600" lvl="7" marL="3657600" rtl="0" algn="l">
              <a:lnSpc>
                <a:spcPct val="120000"/>
              </a:lnSpc>
              <a:spcBef>
                <a:spcPts val="500"/>
              </a:spcBef>
              <a:spcAft>
                <a:spcPts val="0"/>
              </a:spcAft>
              <a:buClr>
                <a:schemeClr val="lt1"/>
              </a:buClr>
              <a:buSzPts val="1125"/>
              <a:buNone/>
              <a:defRPr sz="900"/>
            </a:lvl8pPr>
            <a:lvl9pPr indent="-228600" lvl="8" marL="4114800" rtl="0" algn="l">
              <a:lnSpc>
                <a:spcPct val="120000"/>
              </a:lnSpc>
              <a:spcBef>
                <a:spcPts val="500"/>
              </a:spcBef>
              <a:spcAft>
                <a:spcPts val="0"/>
              </a:spcAft>
              <a:buClr>
                <a:schemeClr val="lt1"/>
              </a:buClr>
              <a:buSzPts val="1125"/>
              <a:buNone/>
              <a:defRPr sz="900"/>
            </a:lvl9pPr>
          </a:lstStyle>
          <a:p/>
        </p:txBody>
      </p:sp>
      <p:sp>
        <p:nvSpPr>
          <p:cNvPr id="566" name="Google Shape;566;p15"/>
          <p:cNvSpPr txBox="1"/>
          <p:nvPr>
            <p:ph idx="5" type="body"/>
          </p:nvPr>
        </p:nvSpPr>
        <p:spPr>
          <a:xfrm>
            <a:off x="7852442" y="2674463"/>
            <a:ext cx="3195000" cy="6858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000"/>
              </a:spcBef>
              <a:spcAft>
                <a:spcPts val="0"/>
              </a:spcAft>
              <a:buClr>
                <a:schemeClr val="lt1"/>
              </a:buClr>
              <a:buSzPts val="3000"/>
              <a:buNone/>
              <a:defRPr b="0" sz="2400" cap="none">
                <a:solidFill>
                  <a:schemeClr val="lt1"/>
                </a:solidFill>
              </a:defRPr>
            </a:lvl1pPr>
            <a:lvl2pPr indent="-228600" lvl="1" marL="914400" rtl="0" algn="l">
              <a:lnSpc>
                <a:spcPct val="120000"/>
              </a:lnSpc>
              <a:spcBef>
                <a:spcPts val="500"/>
              </a:spcBef>
              <a:spcAft>
                <a:spcPts val="0"/>
              </a:spcAft>
              <a:buClr>
                <a:schemeClr val="lt1"/>
              </a:buClr>
              <a:buSzPts val="2500"/>
              <a:buNone/>
              <a:defRPr b="1" sz="2000"/>
            </a:lvl2pPr>
            <a:lvl3pPr indent="-228600" lvl="2" marL="1371600" rtl="0" algn="l">
              <a:lnSpc>
                <a:spcPct val="120000"/>
              </a:lnSpc>
              <a:spcBef>
                <a:spcPts val="500"/>
              </a:spcBef>
              <a:spcAft>
                <a:spcPts val="0"/>
              </a:spcAft>
              <a:buClr>
                <a:schemeClr val="lt1"/>
              </a:buClr>
              <a:buSzPts val="2250"/>
              <a:buNone/>
              <a:defRPr b="1" sz="1800"/>
            </a:lvl3pPr>
            <a:lvl4pPr indent="-228600" lvl="3" marL="1828800" rtl="0" algn="l">
              <a:lnSpc>
                <a:spcPct val="120000"/>
              </a:lnSpc>
              <a:spcBef>
                <a:spcPts val="500"/>
              </a:spcBef>
              <a:spcAft>
                <a:spcPts val="0"/>
              </a:spcAft>
              <a:buClr>
                <a:schemeClr val="lt1"/>
              </a:buClr>
              <a:buSzPts val="2000"/>
              <a:buNone/>
              <a:defRPr b="1" sz="1600"/>
            </a:lvl4pPr>
            <a:lvl5pPr indent="-228600" lvl="4" marL="2286000" rtl="0" algn="l">
              <a:lnSpc>
                <a:spcPct val="120000"/>
              </a:lnSpc>
              <a:spcBef>
                <a:spcPts val="500"/>
              </a:spcBef>
              <a:spcAft>
                <a:spcPts val="0"/>
              </a:spcAft>
              <a:buClr>
                <a:schemeClr val="lt1"/>
              </a:buClr>
              <a:buSzPts val="2000"/>
              <a:buNone/>
              <a:defRPr b="1" sz="1600"/>
            </a:lvl5pPr>
            <a:lvl6pPr indent="-228600" lvl="5" marL="2743200" rtl="0" algn="l">
              <a:lnSpc>
                <a:spcPct val="120000"/>
              </a:lnSpc>
              <a:spcBef>
                <a:spcPts val="500"/>
              </a:spcBef>
              <a:spcAft>
                <a:spcPts val="0"/>
              </a:spcAft>
              <a:buClr>
                <a:schemeClr val="lt1"/>
              </a:buClr>
              <a:buSzPts val="2000"/>
              <a:buNone/>
              <a:defRPr b="1" sz="1600"/>
            </a:lvl6pPr>
            <a:lvl7pPr indent="-228600" lvl="6" marL="3200400" rtl="0" algn="l">
              <a:lnSpc>
                <a:spcPct val="120000"/>
              </a:lnSpc>
              <a:spcBef>
                <a:spcPts val="500"/>
              </a:spcBef>
              <a:spcAft>
                <a:spcPts val="0"/>
              </a:spcAft>
              <a:buClr>
                <a:schemeClr val="lt1"/>
              </a:buClr>
              <a:buSzPts val="2000"/>
              <a:buNone/>
              <a:defRPr b="1" sz="1600"/>
            </a:lvl7pPr>
            <a:lvl8pPr indent="-228600" lvl="7" marL="3657600" rtl="0" algn="l">
              <a:lnSpc>
                <a:spcPct val="120000"/>
              </a:lnSpc>
              <a:spcBef>
                <a:spcPts val="500"/>
              </a:spcBef>
              <a:spcAft>
                <a:spcPts val="0"/>
              </a:spcAft>
              <a:buClr>
                <a:schemeClr val="lt1"/>
              </a:buClr>
              <a:buSzPts val="2000"/>
              <a:buNone/>
              <a:defRPr b="1" sz="1600"/>
            </a:lvl8pPr>
            <a:lvl9pPr indent="-228600" lvl="8" marL="4114800" rtl="0" algn="l">
              <a:lnSpc>
                <a:spcPct val="120000"/>
              </a:lnSpc>
              <a:spcBef>
                <a:spcPts val="500"/>
              </a:spcBef>
              <a:spcAft>
                <a:spcPts val="0"/>
              </a:spcAft>
              <a:buClr>
                <a:schemeClr val="lt1"/>
              </a:buClr>
              <a:buSzPts val="2000"/>
              <a:buNone/>
              <a:defRPr b="1" sz="1600"/>
            </a:lvl9pPr>
          </a:lstStyle>
          <a:p/>
        </p:txBody>
      </p:sp>
      <p:sp>
        <p:nvSpPr>
          <p:cNvPr id="567" name="Google Shape;567;p15"/>
          <p:cNvSpPr txBox="1"/>
          <p:nvPr>
            <p:ph idx="6" type="body"/>
          </p:nvPr>
        </p:nvSpPr>
        <p:spPr>
          <a:xfrm>
            <a:off x="7852442" y="3360263"/>
            <a:ext cx="3195000" cy="24309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1750"/>
              <a:buNone/>
              <a:defRPr sz="1400"/>
            </a:lvl1pPr>
            <a:lvl2pPr indent="-228600" lvl="1" marL="914400" rtl="0" algn="l">
              <a:lnSpc>
                <a:spcPct val="120000"/>
              </a:lnSpc>
              <a:spcBef>
                <a:spcPts val="500"/>
              </a:spcBef>
              <a:spcAft>
                <a:spcPts val="0"/>
              </a:spcAft>
              <a:buClr>
                <a:schemeClr val="lt1"/>
              </a:buClr>
              <a:buSzPts val="1500"/>
              <a:buNone/>
              <a:defRPr sz="1200"/>
            </a:lvl2pPr>
            <a:lvl3pPr indent="-228600" lvl="2" marL="1371600" rtl="0" algn="l">
              <a:lnSpc>
                <a:spcPct val="120000"/>
              </a:lnSpc>
              <a:spcBef>
                <a:spcPts val="500"/>
              </a:spcBef>
              <a:spcAft>
                <a:spcPts val="0"/>
              </a:spcAft>
              <a:buClr>
                <a:schemeClr val="lt1"/>
              </a:buClr>
              <a:buSzPts val="1250"/>
              <a:buNone/>
              <a:defRPr sz="1000"/>
            </a:lvl3pPr>
            <a:lvl4pPr indent="-228600" lvl="3" marL="1828800" rtl="0" algn="l">
              <a:lnSpc>
                <a:spcPct val="120000"/>
              </a:lnSpc>
              <a:spcBef>
                <a:spcPts val="500"/>
              </a:spcBef>
              <a:spcAft>
                <a:spcPts val="0"/>
              </a:spcAft>
              <a:buClr>
                <a:schemeClr val="lt1"/>
              </a:buClr>
              <a:buSzPts val="1125"/>
              <a:buNone/>
              <a:defRPr sz="900"/>
            </a:lvl4pPr>
            <a:lvl5pPr indent="-228600" lvl="4" marL="2286000" rtl="0" algn="l">
              <a:lnSpc>
                <a:spcPct val="120000"/>
              </a:lnSpc>
              <a:spcBef>
                <a:spcPts val="500"/>
              </a:spcBef>
              <a:spcAft>
                <a:spcPts val="0"/>
              </a:spcAft>
              <a:buClr>
                <a:schemeClr val="lt1"/>
              </a:buClr>
              <a:buSzPts val="1125"/>
              <a:buNone/>
              <a:defRPr sz="900"/>
            </a:lvl5pPr>
            <a:lvl6pPr indent="-228600" lvl="5" marL="2743200" rtl="0" algn="l">
              <a:lnSpc>
                <a:spcPct val="120000"/>
              </a:lnSpc>
              <a:spcBef>
                <a:spcPts val="500"/>
              </a:spcBef>
              <a:spcAft>
                <a:spcPts val="0"/>
              </a:spcAft>
              <a:buClr>
                <a:schemeClr val="lt1"/>
              </a:buClr>
              <a:buSzPts val="1125"/>
              <a:buNone/>
              <a:defRPr sz="900"/>
            </a:lvl6pPr>
            <a:lvl7pPr indent="-228600" lvl="6" marL="3200400" rtl="0" algn="l">
              <a:lnSpc>
                <a:spcPct val="120000"/>
              </a:lnSpc>
              <a:spcBef>
                <a:spcPts val="500"/>
              </a:spcBef>
              <a:spcAft>
                <a:spcPts val="0"/>
              </a:spcAft>
              <a:buClr>
                <a:schemeClr val="lt1"/>
              </a:buClr>
              <a:buSzPts val="1125"/>
              <a:buNone/>
              <a:defRPr sz="900"/>
            </a:lvl7pPr>
            <a:lvl8pPr indent="-228600" lvl="7" marL="3657600" rtl="0" algn="l">
              <a:lnSpc>
                <a:spcPct val="120000"/>
              </a:lnSpc>
              <a:spcBef>
                <a:spcPts val="500"/>
              </a:spcBef>
              <a:spcAft>
                <a:spcPts val="0"/>
              </a:spcAft>
              <a:buClr>
                <a:schemeClr val="lt1"/>
              </a:buClr>
              <a:buSzPts val="1125"/>
              <a:buNone/>
              <a:defRPr sz="900"/>
            </a:lvl8pPr>
            <a:lvl9pPr indent="-228600" lvl="8" marL="4114800" rtl="0" algn="l">
              <a:lnSpc>
                <a:spcPct val="120000"/>
              </a:lnSpc>
              <a:spcBef>
                <a:spcPts val="500"/>
              </a:spcBef>
              <a:spcAft>
                <a:spcPts val="0"/>
              </a:spcAft>
              <a:buClr>
                <a:schemeClr val="lt1"/>
              </a:buClr>
              <a:buSzPts val="1125"/>
              <a:buNone/>
              <a:defRPr sz="900"/>
            </a:lvl9pPr>
          </a:lstStyle>
          <a:p/>
        </p:txBody>
      </p:sp>
      <p:sp>
        <p:nvSpPr>
          <p:cNvPr id="568" name="Google Shape;568;p15"/>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69" name="Google Shape;569;p15"/>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70" name="Google Shape;570;p15"/>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571" name="Shape 571"/>
        <p:cNvGrpSpPr/>
        <p:nvPr/>
      </p:nvGrpSpPr>
      <p:grpSpPr>
        <a:xfrm>
          <a:off x="0" y="0"/>
          <a:ext cx="0" cy="0"/>
          <a:chOff x="0" y="0"/>
          <a:chExt cx="0" cy="0"/>
        </a:xfrm>
      </p:grpSpPr>
      <p:sp>
        <p:nvSpPr>
          <p:cNvPr id="572" name="Google Shape;572;p16"/>
          <p:cNvSpPr txBox="1"/>
          <p:nvPr>
            <p:ph type="title"/>
          </p:nvPr>
        </p:nvSpPr>
        <p:spPr>
          <a:xfrm>
            <a:off x="1141411" y="609600"/>
            <a:ext cx="9906000" cy="19050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73" name="Google Shape;573;p16"/>
          <p:cNvSpPr txBox="1"/>
          <p:nvPr>
            <p:ph idx="1" type="body"/>
          </p:nvPr>
        </p:nvSpPr>
        <p:spPr>
          <a:xfrm>
            <a:off x="1141413" y="4404596"/>
            <a:ext cx="3195300" cy="5763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000"/>
              </a:spcBef>
              <a:spcAft>
                <a:spcPts val="0"/>
              </a:spcAft>
              <a:buClr>
                <a:schemeClr val="lt1"/>
              </a:buClr>
              <a:buSzPts val="2500"/>
              <a:buNone/>
              <a:defRPr b="0" sz="2000" cap="none">
                <a:solidFill>
                  <a:schemeClr val="lt1"/>
                </a:solidFill>
              </a:defRPr>
            </a:lvl1pPr>
            <a:lvl2pPr indent="-228600" lvl="1" marL="914400" rtl="0" algn="l">
              <a:lnSpc>
                <a:spcPct val="120000"/>
              </a:lnSpc>
              <a:spcBef>
                <a:spcPts val="500"/>
              </a:spcBef>
              <a:spcAft>
                <a:spcPts val="0"/>
              </a:spcAft>
              <a:buClr>
                <a:schemeClr val="lt1"/>
              </a:buClr>
              <a:buSzPts val="2500"/>
              <a:buNone/>
              <a:defRPr b="1" sz="2000"/>
            </a:lvl2pPr>
            <a:lvl3pPr indent="-228600" lvl="2" marL="1371600" rtl="0" algn="l">
              <a:lnSpc>
                <a:spcPct val="120000"/>
              </a:lnSpc>
              <a:spcBef>
                <a:spcPts val="500"/>
              </a:spcBef>
              <a:spcAft>
                <a:spcPts val="0"/>
              </a:spcAft>
              <a:buClr>
                <a:schemeClr val="lt1"/>
              </a:buClr>
              <a:buSzPts val="2250"/>
              <a:buNone/>
              <a:defRPr b="1" sz="1800"/>
            </a:lvl3pPr>
            <a:lvl4pPr indent="-228600" lvl="3" marL="1828800" rtl="0" algn="l">
              <a:lnSpc>
                <a:spcPct val="120000"/>
              </a:lnSpc>
              <a:spcBef>
                <a:spcPts val="500"/>
              </a:spcBef>
              <a:spcAft>
                <a:spcPts val="0"/>
              </a:spcAft>
              <a:buClr>
                <a:schemeClr val="lt1"/>
              </a:buClr>
              <a:buSzPts val="2000"/>
              <a:buNone/>
              <a:defRPr b="1" sz="1600"/>
            </a:lvl4pPr>
            <a:lvl5pPr indent="-228600" lvl="4" marL="2286000" rtl="0" algn="l">
              <a:lnSpc>
                <a:spcPct val="120000"/>
              </a:lnSpc>
              <a:spcBef>
                <a:spcPts val="500"/>
              </a:spcBef>
              <a:spcAft>
                <a:spcPts val="0"/>
              </a:spcAft>
              <a:buClr>
                <a:schemeClr val="lt1"/>
              </a:buClr>
              <a:buSzPts val="2000"/>
              <a:buNone/>
              <a:defRPr b="1" sz="1600"/>
            </a:lvl5pPr>
            <a:lvl6pPr indent="-228600" lvl="5" marL="2743200" rtl="0" algn="l">
              <a:lnSpc>
                <a:spcPct val="120000"/>
              </a:lnSpc>
              <a:spcBef>
                <a:spcPts val="500"/>
              </a:spcBef>
              <a:spcAft>
                <a:spcPts val="0"/>
              </a:spcAft>
              <a:buClr>
                <a:schemeClr val="lt1"/>
              </a:buClr>
              <a:buSzPts val="2000"/>
              <a:buNone/>
              <a:defRPr b="1" sz="1600"/>
            </a:lvl6pPr>
            <a:lvl7pPr indent="-228600" lvl="6" marL="3200400" rtl="0" algn="l">
              <a:lnSpc>
                <a:spcPct val="120000"/>
              </a:lnSpc>
              <a:spcBef>
                <a:spcPts val="500"/>
              </a:spcBef>
              <a:spcAft>
                <a:spcPts val="0"/>
              </a:spcAft>
              <a:buClr>
                <a:schemeClr val="lt1"/>
              </a:buClr>
              <a:buSzPts val="2000"/>
              <a:buNone/>
              <a:defRPr b="1" sz="1600"/>
            </a:lvl7pPr>
            <a:lvl8pPr indent="-228600" lvl="7" marL="3657600" rtl="0" algn="l">
              <a:lnSpc>
                <a:spcPct val="120000"/>
              </a:lnSpc>
              <a:spcBef>
                <a:spcPts val="500"/>
              </a:spcBef>
              <a:spcAft>
                <a:spcPts val="0"/>
              </a:spcAft>
              <a:buClr>
                <a:schemeClr val="lt1"/>
              </a:buClr>
              <a:buSzPts val="2000"/>
              <a:buNone/>
              <a:defRPr b="1" sz="1600"/>
            </a:lvl8pPr>
            <a:lvl9pPr indent="-228600" lvl="8" marL="4114800" rtl="0" algn="l">
              <a:lnSpc>
                <a:spcPct val="120000"/>
              </a:lnSpc>
              <a:spcBef>
                <a:spcPts val="500"/>
              </a:spcBef>
              <a:spcAft>
                <a:spcPts val="0"/>
              </a:spcAft>
              <a:buClr>
                <a:schemeClr val="lt1"/>
              </a:buClr>
              <a:buSzPts val="2000"/>
              <a:buNone/>
              <a:defRPr b="1" sz="1600"/>
            </a:lvl9pPr>
          </a:lstStyle>
          <a:p/>
        </p:txBody>
      </p:sp>
      <p:sp>
        <p:nvSpPr>
          <p:cNvPr id="574" name="Google Shape;574;p16"/>
          <p:cNvSpPr/>
          <p:nvPr>
            <p:ph idx="2" type="pic"/>
          </p:nvPr>
        </p:nvSpPr>
        <p:spPr>
          <a:xfrm>
            <a:off x="1141413" y="2666998"/>
            <a:ext cx="3195300" cy="1524000"/>
          </a:xfrm>
          <a:prstGeom prst="round2DiagRect">
            <a:avLst>
              <a:gd fmla="val 16667" name="adj1"/>
              <a:gd fmla="val 0" name="adj2"/>
            </a:avLst>
          </a:prstGeom>
          <a:noFill/>
          <a:ln cap="sq" cmpd="sng" w="19050">
            <a:solidFill>
              <a:srgbClr val="EBEDE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575" name="Google Shape;575;p16"/>
          <p:cNvSpPr txBox="1"/>
          <p:nvPr>
            <p:ph idx="3" type="body"/>
          </p:nvPr>
        </p:nvSpPr>
        <p:spPr>
          <a:xfrm>
            <a:off x="1141413" y="4980858"/>
            <a:ext cx="3195300" cy="8178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1750"/>
              <a:buNone/>
              <a:defRPr sz="1400"/>
            </a:lvl1pPr>
            <a:lvl2pPr indent="-228600" lvl="1" marL="914400" rtl="0" algn="l">
              <a:lnSpc>
                <a:spcPct val="120000"/>
              </a:lnSpc>
              <a:spcBef>
                <a:spcPts val="500"/>
              </a:spcBef>
              <a:spcAft>
                <a:spcPts val="0"/>
              </a:spcAft>
              <a:buClr>
                <a:schemeClr val="lt1"/>
              </a:buClr>
              <a:buSzPts val="1500"/>
              <a:buNone/>
              <a:defRPr sz="1200"/>
            </a:lvl2pPr>
            <a:lvl3pPr indent="-228600" lvl="2" marL="1371600" rtl="0" algn="l">
              <a:lnSpc>
                <a:spcPct val="120000"/>
              </a:lnSpc>
              <a:spcBef>
                <a:spcPts val="500"/>
              </a:spcBef>
              <a:spcAft>
                <a:spcPts val="0"/>
              </a:spcAft>
              <a:buClr>
                <a:schemeClr val="lt1"/>
              </a:buClr>
              <a:buSzPts val="1250"/>
              <a:buNone/>
              <a:defRPr sz="1000"/>
            </a:lvl3pPr>
            <a:lvl4pPr indent="-228600" lvl="3" marL="1828800" rtl="0" algn="l">
              <a:lnSpc>
                <a:spcPct val="120000"/>
              </a:lnSpc>
              <a:spcBef>
                <a:spcPts val="500"/>
              </a:spcBef>
              <a:spcAft>
                <a:spcPts val="0"/>
              </a:spcAft>
              <a:buClr>
                <a:schemeClr val="lt1"/>
              </a:buClr>
              <a:buSzPts val="1125"/>
              <a:buNone/>
              <a:defRPr sz="900"/>
            </a:lvl4pPr>
            <a:lvl5pPr indent="-228600" lvl="4" marL="2286000" rtl="0" algn="l">
              <a:lnSpc>
                <a:spcPct val="120000"/>
              </a:lnSpc>
              <a:spcBef>
                <a:spcPts val="500"/>
              </a:spcBef>
              <a:spcAft>
                <a:spcPts val="0"/>
              </a:spcAft>
              <a:buClr>
                <a:schemeClr val="lt1"/>
              </a:buClr>
              <a:buSzPts val="1125"/>
              <a:buNone/>
              <a:defRPr sz="900"/>
            </a:lvl5pPr>
            <a:lvl6pPr indent="-228600" lvl="5" marL="2743200" rtl="0" algn="l">
              <a:lnSpc>
                <a:spcPct val="120000"/>
              </a:lnSpc>
              <a:spcBef>
                <a:spcPts val="500"/>
              </a:spcBef>
              <a:spcAft>
                <a:spcPts val="0"/>
              </a:spcAft>
              <a:buClr>
                <a:schemeClr val="lt1"/>
              </a:buClr>
              <a:buSzPts val="1125"/>
              <a:buNone/>
              <a:defRPr sz="900"/>
            </a:lvl6pPr>
            <a:lvl7pPr indent="-228600" lvl="6" marL="3200400" rtl="0" algn="l">
              <a:lnSpc>
                <a:spcPct val="120000"/>
              </a:lnSpc>
              <a:spcBef>
                <a:spcPts val="500"/>
              </a:spcBef>
              <a:spcAft>
                <a:spcPts val="0"/>
              </a:spcAft>
              <a:buClr>
                <a:schemeClr val="lt1"/>
              </a:buClr>
              <a:buSzPts val="1125"/>
              <a:buNone/>
              <a:defRPr sz="900"/>
            </a:lvl7pPr>
            <a:lvl8pPr indent="-228600" lvl="7" marL="3657600" rtl="0" algn="l">
              <a:lnSpc>
                <a:spcPct val="120000"/>
              </a:lnSpc>
              <a:spcBef>
                <a:spcPts val="500"/>
              </a:spcBef>
              <a:spcAft>
                <a:spcPts val="0"/>
              </a:spcAft>
              <a:buClr>
                <a:schemeClr val="lt1"/>
              </a:buClr>
              <a:buSzPts val="1125"/>
              <a:buNone/>
              <a:defRPr sz="900"/>
            </a:lvl8pPr>
            <a:lvl9pPr indent="-228600" lvl="8" marL="4114800" rtl="0" algn="l">
              <a:lnSpc>
                <a:spcPct val="120000"/>
              </a:lnSpc>
              <a:spcBef>
                <a:spcPts val="500"/>
              </a:spcBef>
              <a:spcAft>
                <a:spcPts val="0"/>
              </a:spcAft>
              <a:buClr>
                <a:schemeClr val="lt1"/>
              </a:buClr>
              <a:buSzPts val="1125"/>
              <a:buNone/>
              <a:defRPr sz="900"/>
            </a:lvl9pPr>
          </a:lstStyle>
          <a:p/>
        </p:txBody>
      </p:sp>
      <p:sp>
        <p:nvSpPr>
          <p:cNvPr id="576" name="Google Shape;576;p16"/>
          <p:cNvSpPr txBox="1"/>
          <p:nvPr>
            <p:ph idx="4" type="body"/>
          </p:nvPr>
        </p:nvSpPr>
        <p:spPr>
          <a:xfrm>
            <a:off x="4489053" y="4404596"/>
            <a:ext cx="3200400" cy="5763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000"/>
              </a:spcBef>
              <a:spcAft>
                <a:spcPts val="0"/>
              </a:spcAft>
              <a:buClr>
                <a:schemeClr val="lt1"/>
              </a:buClr>
              <a:buSzPts val="2500"/>
              <a:buNone/>
              <a:defRPr b="0" sz="2000" cap="none">
                <a:solidFill>
                  <a:schemeClr val="lt1"/>
                </a:solidFill>
              </a:defRPr>
            </a:lvl1pPr>
            <a:lvl2pPr indent="-228600" lvl="1" marL="914400" rtl="0" algn="l">
              <a:lnSpc>
                <a:spcPct val="120000"/>
              </a:lnSpc>
              <a:spcBef>
                <a:spcPts val="500"/>
              </a:spcBef>
              <a:spcAft>
                <a:spcPts val="0"/>
              </a:spcAft>
              <a:buClr>
                <a:schemeClr val="lt1"/>
              </a:buClr>
              <a:buSzPts val="2500"/>
              <a:buNone/>
              <a:defRPr b="1" sz="2000"/>
            </a:lvl2pPr>
            <a:lvl3pPr indent="-228600" lvl="2" marL="1371600" rtl="0" algn="l">
              <a:lnSpc>
                <a:spcPct val="120000"/>
              </a:lnSpc>
              <a:spcBef>
                <a:spcPts val="500"/>
              </a:spcBef>
              <a:spcAft>
                <a:spcPts val="0"/>
              </a:spcAft>
              <a:buClr>
                <a:schemeClr val="lt1"/>
              </a:buClr>
              <a:buSzPts val="2250"/>
              <a:buNone/>
              <a:defRPr b="1" sz="1800"/>
            </a:lvl3pPr>
            <a:lvl4pPr indent="-228600" lvl="3" marL="1828800" rtl="0" algn="l">
              <a:lnSpc>
                <a:spcPct val="120000"/>
              </a:lnSpc>
              <a:spcBef>
                <a:spcPts val="500"/>
              </a:spcBef>
              <a:spcAft>
                <a:spcPts val="0"/>
              </a:spcAft>
              <a:buClr>
                <a:schemeClr val="lt1"/>
              </a:buClr>
              <a:buSzPts val="2000"/>
              <a:buNone/>
              <a:defRPr b="1" sz="1600"/>
            </a:lvl4pPr>
            <a:lvl5pPr indent="-228600" lvl="4" marL="2286000" rtl="0" algn="l">
              <a:lnSpc>
                <a:spcPct val="120000"/>
              </a:lnSpc>
              <a:spcBef>
                <a:spcPts val="500"/>
              </a:spcBef>
              <a:spcAft>
                <a:spcPts val="0"/>
              </a:spcAft>
              <a:buClr>
                <a:schemeClr val="lt1"/>
              </a:buClr>
              <a:buSzPts val="2000"/>
              <a:buNone/>
              <a:defRPr b="1" sz="1600"/>
            </a:lvl5pPr>
            <a:lvl6pPr indent="-228600" lvl="5" marL="2743200" rtl="0" algn="l">
              <a:lnSpc>
                <a:spcPct val="120000"/>
              </a:lnSpc>
              <a:spcBef>
                <a:spcPts val="500"/>
              </a:spcBef>
              <a:spcAft>
                <a:spcPts val="0"/>
              </a:spcAft>
              <a:buClr>
                <a:schemeClr val="lt1"/>
              </a:buClr>
              <a:buSzPts val="2000"/>
              <a:buNone/>
              <a:defRPr b="1" sz="1600"/>
            </a:lvl6pPr>
            <a:lvl7pPr indent="-228600" lvl="6" marL="3200400" rtl="0" algn="l">
              <a:lnSpc>
                <a:spcPct val="120000"/>
              </a:lnSpc>
              <a:spcBef>
                <a:spcPts val="500"/>
              </a:spcBef>
              <a:spcAft>
                <a:spcPts val="0"/>
              </a:spcAft>
              <a:buClr>
                <a:schemeClr val="lt1"/>
              </a:buClr>
              <a:buSzPts val="2000"/>
              <a:buNone/>
              <a:defRPr b="1" sz="1600"/>
            </a:lvl7pPr>
            <a:lvl8pPr indent="-228600" lvl="7" marL="3657600" rtl="0" algn="l">
              <a:lnSpc>
                <a:spcPct val="120000"/>
              </a:lnSpc>
              <a:spcBef>
                <a:spcPts val="500"/>
              </a:spcBef>
              <a:spcAft>
                <a:spcPts val="0"/>
              </a:spcAft>
              <a:buClr>
                <a:schemeClr val="lt1"/>
              </a:buClr>
              <a:buSzPts val="2000"/>
              <a:buNone/>
              <a:defRPr b="1" sz="1600"/>
            </a:lvl8pPr>
            <a:lvl9pPr indent="-228600" lvl="8" marL="4114800" rtl="0" algn="l">
              <a:lnSpc>
                <a:spcPct val="120000"/>
              </a:lnSpc>
              <a:spcBef>
                <a:spcPts val="500"/>
              </a:spcBef>
              <a:spcAft>
                <a:spcPts val="0"/>
              </a:spcAft>
              <a:buClr>
                <a:schemeClr val="lt1"/>
              </a:buClr>
              <a:buSzPts val="2000"/>
              <a:buNone/>
              <a:defRPr b="1" sz="1600"/>
            </a:lvl9pPr>
          </a:lstStyle>
          <a:p/>
        </p:txBody>
      </p:sp>
      <p:sp>
        <p:nvSpPr>
          <p:cNvPr id="577" name="Google Shape;577;p16"/>
          <p:cNvSpPr/>
          <p:nvPr>
            <p:ph idx="5" type="pic"/>
          </p:nvPr>
        </p:nvSpPr>
        <p:spPr>
          <a:xfrm>
            <a:off x="4489053" y="2666998"/>
            <a:ext cx="3198900" cy="1524000"/>
          </a:xfrm>
          <a:prstGeom prst="round2DiagRect">
            <a:avLst>
              <a:gd fmla="val 16667" name="adj1"/>
              <a:gd fmla="val 0" name="adj2"/>
            </a:avLst>
          </a:prstGeom>
          <a:noFill/>
          <a:ln cap="sq" cmpd="sng" w="19050">
            <a:solidFill>
              <a:srgbClr val="EBEDE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578" name="Google Shape;578;p16"/>
          <p:cNvSpPr txBox="1"/>
          <p:nvPr>
            <p:ph idx="6" type="body"/>
          </p:nvPr>
        </p:nvSpPr>
        <p:spPr>
          <a:xfrm>
            <a:off x="4487593" y="4980857"/>
            <a:ext cx="3200400" cy="8103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1750"/>
              <a:buNone/>
              <a:defRPr sz="1400"/>
            </a:lvl1pPr>
            <a:lvl2pPr indent="-228600" lvl="1" marL="914400" rtl="0" algn="l">
              <a:lnSpc>
                <a:spcPct val="120000"/>
              </a:lnSpc>
              <a:spcBef>
                <a:spcPts val="500"/>
              </a:spcBef>
              <a:spcAft>
                <a:spcPts val="0"/>
              </a:spcAft>
              <a:buClr>
                <a:schemeClr val="lt1"/>
              </a:buClr>
              <a:buSzPts val="1500"/>
              <a:buNone/>
              <a:defRPr sz="1200"/>
            </a:lvl2pPr>
            <a:lvl3pPr indent="-228600" lvl="2" marL="1371600" rtl="0" algn="l">
              <a:lnSpc>
                <a:spcPct val="120000"/>
              </a:lnSpc>
              <a:spcBef>
                <a:spcPts val="500"/>
              </a:spcBef>
              <a:spcAft>
                <a:spcPts val="0"/>
              </a:spcAft>
              <a:buClr>
                <a:schemeClr val="lt1"/>
              </a:buClr>
              <a:buSzPts val="1250"/>
              <a:buNone/>
              <a:defRPr sz="1000"/>
            </a:lvl3pPr>
            <a:lvl4pPr indent="-228600" lvl="3" marL="1828800" rtl="0" algn="l">
              <a:lnSpc>
                <a:spcPct val="120000"/>
              </a:lnSpc>
              <a:spcBef>
                <a:spcPts val="500"/>
              </a:spcBef>
              <a:spcAft>
                <a:spcPts val="0"/>
              </a:spcAft>
              <a:buClr>
                <a:schemeClr val="lt1"/>
              </a:buClr>
              <a:buSzPts val="1125"/>
              <a:buNone/>
              <a:defRPr sz="900"/>
            </a:lvl4pPr>
            <a:lvl5pPr indent="-228600" lvl="4" marL="2286000" rtl="0" algn="l">
              <a:lnSpc>
                <a:spcPct val="120000"/>
              </a:lnSpc>
              <a:spcBef>
                <a:spcPts val="500"/>
              </a:spcBef>
              <a:spcAft>
                <a:spcPts val="0"/>
              </a:spcAft>
              <a:buClr>
                <a:schemeClr val="lt1"/>
              </a:buClr>
              <a:buSzPts val="1125"/>
              <a:buNone/>
              <a:defRPr sz="900"/>
            </a:lvl5pPr>
            <a:lvl6pPr indent="-228600" lvl="5" marL="2743200" rtl="0" algn="l">
              <a:lnSpc>
                <a:spcPct val="120000"/>
              </a:lnSpc>
              <a:spcBef>
                <a:spcPts val="500"/>
              </a:spcBef>
              <a:spcAft>
                <a:spcPts val="0"/>
              </a:spcAft>
              <a:buClr>
                <a:schemeClr val="lt1"/>
              </a:buClr>
              <a:buSzPts val="1125"/>
              <a:buNone/>
              <a:defRPr sz="900"/>
            </a:lvl6pPr>
            <a:lvl7pPr indent="-228600" lvl="6" marL="3200400" rtl="0" algn="l">
              <a:lnSpc>
                <a:spcPct val="120000"/>
              </a:lnSpc>
              <a:spcBef>
                <a:spcPts val="500"/>
              </a:spcBef>
              <a:spcAft>
                <a:spcPts val="0"/>
              </a:spcAft>
              <a:buClr>
                <a:schemeClr val="lt1"/>
              </a:buClr>
              <a:buSzPts val="1125"/>
              <a:buNone/>
              <a:defRPr sz="900"/>
            </a:lvl7pPr>
            <a:lvl8pPr indent="-228600" lvl="7" marL="3657600" rtl="0" algn="l">
              <a:lnSpc>
                <a:spcPct val="120000"/>
              </a:lnSpc>
              <a:spcBef>
                <a:spcPts val="500"/>
              </a:spcBef>
              <a:spcAft>
                <a:spcPts val="0"/>
              </a:spcAft>
              <a:buClr>
                <a:schemeClr val="lt1"/>
              </a:buClr>
              <a:buSzPts val="1125"/>
              <a:buNone/>
              <a:defRPr sz="900"/>
            </a:lvl8pPr>
            <a:lvl9pPr indent="-228600" lvl="8" marL="4114800" rtl="0" algn="l">
              <a:lnSpc>
                <a:spcPct val="120000"/>
              </a:lnSpc>
              <a:spcBef>
                <a:spcPts val="500"/>
              </a:spcBef>
              <a:spcAft>
                <a:spcPts val="0"/>
              </a:spcAft>
              <a:buClr>
                <a:schemeClr val="lt1"/>
              </a:buClr>
              <a:buSzPts val="1125"/>
              <a:buNone/>
              <a:defRPr sz="900"/>
            </a:lvl9pPr>
          </a:lstStyle>
          <a:p/>
        </p:txBody>
      </p:sp>
      <p:sp>
        <p:nvSpPr>
          <p:cNvPr id="579" name="Google Shape;579;p16"/>
          <p:cNvSpPr txBox="1"/>
          <p:nvPr>
            <p:ph idx="7" type="body"/>
          </p:nvPr>
        </p:nvSpPr>
        <p:spPr>
          <a:xfrm>
            <a:off x="7852567" y="4404595"/>
            <a:ext cx="3190800" cy="5763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000"/>
              </a:spcBef>
              <a:spcAft>
                <a:spcPts val="0"/>
              </a:spcAft>
              <a:buClr>
                <a:schemeClr val="lt1"/>
              </a:buClr>
              <a:buSzPts val="2500"/>
              <a:buNone/>
              <a:defRPr b="0" sz="2000" cap="none">
                <a:solidFill>
                  <a:schemeClr val="lt1"/>
                </a:solidFill>
              </a:defRPr>
            </a:lvl1pPr>
            <a:lvl2pPr indent="-228600" lvl="1" marL="914400" rtl="0" algn="l">
              <a:lnSpc>
                <a:spcPct val="120000"/>
              </a:lnSpc>
              <a:spcBef>
                <a:spcPts val="500"/>
              </a:spcBef>
              <a:spcAft>
                <a:spcPts val="0"/>
              </a:spcAft>
              <a:buClr>
                <a:schemeClr val="lt1"/>
              </a:buClr>
              <a:buSzPts val="2500"/>
              <a:buNone/>
              <a:defRPr b="1" sz="2000"/>
            </a:lvl2pPr>
            <a:lvl3pPr indent="-228600" lvl="2" marL="1371600" rtl="0" algn="l">
              <a:lnSpc>
                <a:spcPct val="120000"/>
              </a:lnSpc>
              <a:spcBef>
                <a:spcPts val="500"/>
              </a:spcBef>
              <a:spcAft>
                <a:spcPts val="0"/>
              </a:spcAft>
              <a:buClr>
                <a:schemeClr val="lt1"/>
              </a:buClr>
              <a:buSzPts val="2250"/>
              <a:buNone/>
              <a:defRPr b="1" sz="1800"/>
            </a:lvl3pPr>
            <a:lvl4pPr indent="-228600" lvl="3" marL="1828800" rtl="0" algn="l">
              <a:lnSpc>
                <a:spcPct val="120000"/>
              </a:lnSpc>
              <a:spcBef>
                <a:spcPts val="500"/>
              </a:spcBef>
              <a:spcAft>
                <a:spcPts val="0"/>
              </a:spcAft>
              <a:buClr>
                <a:schemeClr val="lt1"/>
              </a:buClr>
              <a:buSzPts val="2000"/>
              <a:buNone/>
              <a:defRPr b="1" sz="1600"/>
            </a:lvl4pPr>
            <a:lvl5pPr indent="-228600" lvl="4" marL="2286000" rtl="0" algn="l">
              <a:lnSpc>
                <a:spcPct val="120000"/>
              </a:lnSpc>
              <a:spcBef>
                <a:spcPts val="500"/>
              </a:spcBef>
              <a:spcAft>
                <a:spcPts val="0"/>
              </a:spcAft>
              <a:buClr>
                <a:schemeClr val="lt1"/>
              </a:buClr>
              <a:buSzPts val="2000"/>
              <a:buNone/>
              <a:defRPr b="1" sz="1600"/>
            </a:lvl5pPr>
            <a:lvl6pPr indent="-228600" lvl="5" marL="2743200" rtl="0" algn="l">
              <a:lnSpc>
                <a:spcPct val="120000"/>
              </a:lnSpc>
              <a:spcBef>
                <a:spcPts val="500"/>
              </a:spcBef>
              <a:spcAft>
                <a:spcPts val="0"/>
              </a:spcAft>
              <a:buClr>
                <a:schemeClr val="lt1"/>
              </a:buClr>
              <a:buSzPts val="2000"/>
              <a:buNone/>
              <a:defRPr b="1" sz="1600"/>
            </a:lvl6pPr>
            <a:lvl7pPr indent="-228600" lvl="6" marL="3200400" rtl="0" algn="l">
              <a:lnSpc>
                <a:spcPct val="120000"/>
              </a:lnSpc>
              <a:spcBef>
                <a:spcPts val="500"/>
              </a:spcBef>
              <a:spcAft>
                <a:spcPts val="0"/>
              </a:spcAft>
              <a:buClr>
                <a:schemeClr val="lt1"/>
              </a:buClr>
              <a:buSzPts val="2000"/>
              <a:buNone/>
              <a:defRPr b="1" sz="1600"/>
            </a:lvl7pPr>
            <a:lvl8pPr indent="-228600" lvl="7" marL="3657600" rtl="0" algn="l">
              <a:lnSpc>
                <a:spcPct val="120000"/>
              </a:lnSpc>
              <a:spcBef>
                <a:spcPts val="500"/>
              </a:spcBef>
              <a:spcAft>
                <a:spcPts val="0"/>
              </a:spcAft>
              <a:buClr>
                <a:schemeClr val="lt1"/>
              </a:buClr>
              <a:buSzPts val="2000"/>
              <a:buNone/>
              <a:defRPr b="1" sz="1600"/>
            </a:lvl8pPr>
            <a:lvl9pPr indent="-228600" lvl="8" marL="4114800" rtl="0" algn="l">
              <a:lnSpc>
                <a:spcPct val="120000"/>
              </a:lnSpc>
              <a:spcBef>
                <a:spcPts val="500"/>
              </a:spcBef>
              <a:spcAft>
                <a:spcPts val="0"/>
              </a:spcAft>
              <a:buClr>
                <a:schemeClr val="lt1"/>
              </a:buClr>
              <a:buSzPts val="2000"/>
              <a:buNone/>
              <a:defRPr b="1" sz="1600"/>
            </a:lvl9pPr>
          </a:lstStyle>
          <a:p/>
        </p:txBody>
      </p:sp>
      <p:sp>
        <p:nvSpPr>
          <p:cNvPr id="580" name="Google Shape;580;p16"/>
          <p:cNvSpPr/>
          <p:nvPr>
            <p:ph idx="8" type="pic"/>
          </p:nvPr>
        </p:nvSpPr>
        <p:spPr>
          <a:xfrm>
            <a:off x="7852442" y="2666998"/>
            <a:ext cx="3195000" cy="1524000"/>
          </a:xfrm>
          <a:prstGeom prst="round2DiagRect">
            <a:avLst>
              <a:gd fmla="val 16667" name="adj1"/>
              <a:gd fmla="val 0" name="adj2"/>
            </a:avLst>
          </a:prstGeom>
          <a:noFill/>
          <a:ln cap="sq" cmpd="sng" w="19050">
            <a:solidFill>
              <a:srgbClr val="EBEDE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581" name="Google Shape;581;p16"/>
          <p:cNvSpPr txBox="1"/>
          <p:nvPr>
            <p:ph idx="9" type="body"/>
          </p:nvPr>
        </p:nvSpPr>
        <p:spPr>
          <a:xfrm>
            <a:off x="7852442" y="4980854"/>
            <a:ext cx="3195000" cy="810300"/>
          </a:xfrm>
          <a:prstGeom prst="rect">
            <a:avLst/>
          </a:prstGeom>
          <a:noFill/>
          <a:ln>
            <a:noFill/>
          </a:ln>
        </p:spPr>
        <p:txBody>
          <a:bodyPr anchorCtr="0" anchor="t" bIns="45700" lIns="91425" spcFirstLastPara="1" rIns="91425" wrap="square" tIns="45700">
            <a:normAutofit/>
          </a:bodyPr>
          <a:lstStyle>
            <a:lvl1pPr indent="-228600" lvl="0" marL="457200" rtl="0" algn="l">
              <a:lnSpc>
                <a:spcPct val="120000"/>
              </a:lnSpc>
              <a:spcBef>
                <a:spcPts val="1000"/>
              </a:spcBef>
              <a:spcAft>
                <a:spcPts val="0"/>
              </a:spcAft>
              <a:buClr>
                <a:schemeClr val="lt1"/>
              </a:buClr>
              <a:buSzPts val="1750"/>
              <a:buNone/>
              <a:defRPr sz="1400"/>
            </a:lvl1pPr>
            <a:lvl2pPr indent="-228600" lvl="1" marL="914400" rtl="0" algn="l">
              <a:lnSpc>
                <a:spcPct val="120000"/>
              </a:lnSpc>
              <a:spcBef>
                <a:spcPts val="500"/>
              </a:spcBef>
              <a:spcAft>
                <a:spcPts val="0"/>
              </a:spcAft>
              <a:buClr>
                <a:schemeClr val="lt1"/>
              </a:buClr>
              <a:buSzPts val="1500"/>
              <a:buNone/>
              <a:defRPr sz="1200"/>
            </a:lvl2pPr>
            <a:lvl3pPr indent="-228600" lvl="2" marL="1371600" rtl="0" algn="l">
              <a:lnSpc>
                <a:spcPct val="120000"/>
              </a:lnSpc>
              <a:spcBef>
                <a:spcPts val="500"/>
              </a:spcBef>
              <a:spcAft>
                <a:spcPts val="0"/>
              </a:spcAft>
              <a:buClr>
                <a:schemeClr val="lt1"/>
              </a:buClr>
              <a:buSzPts val="1250"/>
              <a:buNone/>
              <a:defRPr sz="1000"/>
            </a:lvl3pPr>
            <a:lvl4pPr indent="-228600" lvl="3" marL="1828800" rtl="0" algn="l">
              <a:lnSpc>
                <a:spcPct val="120000"/>
              </a:lnSpc>
              <a:spcBef>
                <a:spcPts val="500"/>
              </a:spcBef>
              <a:spcAft>
                <a:spcPts val="0"/>
              </a:spcAft>
              <a:buClr>
                <a:schemeClr val="lt1"/>
              </a:buClr>
              <a:buSzPts val="1125"/>
              <a:buNone/>
              <a:defRPr sz="900"/>
            </a:lvl4pPr>
            <a:lvl5pPr indent="-228600" lvl="4" marL="2286000" rtl="0" algn="l">
              <a:lnSpc>
                <a:spcPct val="120000"/>
              </a:lnSpc>
              <a:spcBef>
                <a:spcPts val="500"/>
              </a:spcBef>
              <a:spcAft>
                <a:spcPts val="0"/>
              </a:spcAft>
              <a:buClr>
                <a:schemeClr val="lt1"/>
              </a:buClr>
              <a:buSzPts val="1125"/>
              <a:buNone/>
              <a:defRPr sz="900"/>
            </a:lvl5pPr>
            <a:lvl6pPr indent="-228600" lvl="5" marL="2743200" rtl="0" algn="l">
              <a:lnSpc>
                <a:spcPct val="120000"/>
              </a:lnSpc>
              <a:spcBef>
                <a:spcPts val="500"/>
              </a:spcBef>
              <a:spcAft>
                <a:spcPts val="0"/>
              </a:spcAft>
              <a:buClr>
                <a:schemeClr val="lt1"/>
              </a:buClr>
              <a:buSzPts val="1125"/>
              <a:buNone/>
              <a:defRPr sz="900"/>
            </a:lvl6pPr>
            <a:lvl7pPr indent="-228600" lvl="6" marL="3200400" rtl="0" algn="l">
              <a:lnSpc>
                <a:spcPct val="120000"/>
              </a:lnSpc>
              <a:spcBef>
                <a:spcPts val="500"/>
              </a:spcBef>
              <a:spcAft>
                <a:spcPts val="0"/>
              </a:spcAft>
              <a:buClr>
                <a:schemeClr val="lt1"/>
              </a:buClr>
              <a:buSzPts val="1125"/>
              <a:buNone/>
              <a:defRPr sz="900"/>
            </a:lvl7pPr>
            <a:lvl8pPr indent="-228600" lvl="7" marL="3657600" rtl="0" algn="l">
              <a:lnSpc>
                <a:spcPct val="120000"/>
              </a:lnSpc>
              <a:spcBef>
                <a:spcPts val="500"/>
              </a:spcBef>
              <a:spcAft>
                <a:spcPts val="0"/>
              </a:spcAft>
              <a:buClr>
                <a:schemeClr val="lt1"/>
              </a:buClr>
              <a:buSzPts val="1125"/>
              <a:buNone/>
              <a:defRPr sz="900"/>
            </a:lvl8pPr>
            <a:lvl9pPr indent="-228600" lvl="8" marL="4114800" rtl="0" algn="l">
              <a:lnSpc>
                <a:spcPct val="120000"/>
              </a:lnSpc>
              <a:spcBef>
                <a:spcPts val="500"/>
              </a:spcBef>
              <a:spcAft>
                <a:spcPts val="0"/>
              </a:spcAft>
              <a:buClr>
                <a:schemeClr val="lt1"/>
              </a:buClr>
              <a:buSzPts val="1125"/>
              <a:buNone/>
              <a:defRPr sz="900"/>
            </a:lvl9pPr>
          </a:lstStyle>
          <a:p/>
        </p:txBody>
      </p:sp>
      <p:sp>
        <p:nvSpPr>
          <p:cNvPr id="582" name="Google Shape;582;p16"/>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83" name="Google Shape;583;p16"/>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84" name="Google Shape;584;p16"/>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5" name="Shape 585"/>
        <p:cNvGrpSpPr/>
        <p:nvPr/>
      </p:nvGrpSpPr>
      <p:grpSpPr>
        <a:xfrm>
          <a:off x="0" y="0"/>
          <a:ext cx="0" cy="0"/>
          <a:chOff x="0" y="0"/>
          <a:chExt cx="0" cy="0"/>
        </a:xfrm>
      </p:grpSpPr>
      <p:sp>
        <p:nvSpPr>
          <p:cNvPr id="586" name="Google Shape;586;p17"/>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87" name="Google Shape;587;p17"/>
          <p:cNvSpPr txBox="1"/>
          <p:nvPr>
            <p:ph idx="1" type="body"/>
          </p:nvPr>
        </p:nvSpPr>
        <p:spPr>
          <a:xfrm rot="5400000">
            <a:off x="4323511" y="-932613"/>
            <a:ext cx="3541800" cy="9906000"/>
          </a:xfrm>
          <a:prstGeom prst="rect">
            <a:avLst/>
          </a:prstGeom>
          <a:noFill/>
          <a:ln>
            <a:noFill/>
          </a:ln>
        </p:spPr>
        <p:txBody>
          <a:bodyPr anchorCtr="0" anchor="t" bIns="45700" lIns="91425" spcFirstLastPara="1" rIns="91425" wrap="square" tIns="45700">
            <a:normAutofit/>
          </a:bodyPr>
          <a:lstStyle>
            <a:lvl1pPr indent="-371475" lvl="0" marL="457200" rtl="0" algn="l">
              <a:lnSpc>
                <a:spcPct val="120000"/>
              </a:lnSpc>
              <a:spcBef>
                <a:spcPts val="1000"/>
              </a:spcBef>
              <a:spcAft>
                <a:spcPts val="0"/>
              </a:spcAft>
              <a:buClr>
                <a:schemeClr val="lt1"/>
              </a:buClr>
              <a:buSzPts val="2250"/>
              <a:buChar char="•"/>
              <a:defRPr/>
            </a:lvl1pPr>
            <a:lvl2pPr indent="-371475" lvl="1" marL="914400" rtl="0" algn="l">
              <a:lnSpc>
                <a:spcPct val="120000"/>
              </a:lnSpc>
              <a:spcBef>
                <a:spcPts val="500"/>
              </a:spcBef>
              <a:spcAft>
                <a:spcPts val="0"/>
              </a:spcAft>
              <a:buClr>
                <a:schemeClr val="lt1"/>
              </a:buClr>
              <a:buSzPts val="2250"/>
              <a:buChar char="•"/>
              <a:defRPr/>
            </a:lvl2pPr>
            <a:lvl3pPr indent="-371475" lvl="2" marL="1371600" rtl="0" algn="l">
              <a:lnSpc>
                <a:spcPct val="120000"/>
              </a:lnSpc>
              <a:spcBef>
                <a:spcPts val="500"/>
              </a:spcBef>
              <a:spcAft>
                <a:spcPts val="0"/>
              </a:spcAft>
              <a:buClr>
                <a:schemeClr val="lt1"/>
              </a:buClr>
              <a:buSzPts val="2250"/>
              <a:buChar char="•"/>
              <a:defRPr/>
            </a:lvl3pPr>
            <a:lvl4pPr indent="-371475" lvl="3" marL="1828800" rtl="0" algn="l">
              <a:lnSpc>
                <a:spcPct val="120000"/>
              </a:lnSpc>
              <a:spcBef>
                <a:spcPts val="500"/>
              </a:spcBef>
              <a:spcAft>
                <a:spcPts val="0"/>
              </a:spcAft>
              <a:buClr>
                <a:schemeClr val="lt1"/>
              </a:buClr>
              <a:buSzPts val="2250"/>
              <a:buChar char="•"/>
              <a:defRPr/>
            </a:lvl4pPr>
            <a:lvl5pPr indent="-371475" lvl="4" marL="2286000" rtl="0" algn="l">
              <a:lnSpc>
                <a:spcPct val="120000"/>
              </a:lnSpc>
              <a:spcBef>
                <a:spcPts val="500"/>
              </a:spcBef>
              <a:spcAft>
                <a:spcPts val="0"/>
              </a:spcAft>
              <a:buClr>
                <a:schemeClr val="lt1"/>
              </a:buClr>
              <a:buSzPts val="2250"/>
              <a:buChar char="•"/>
              <a:defRPr/>
            </a:lvl5pPr>
            <a:lvl6pPr indent="-371475" lvl="5" marL="2743200" rtl="0" algn="l">
              <a:lnSpc>
                <a:spcPct val="120000"/>
              </a:lnSpc>
              <a:spcBef>
                <a:spcPts val="500"/>
              </a:spcBef>
              <a:spcAft>
                <a:spcPts val="0"/>
              </a:spcAft>
              <a:buClr>
                <a:schemeClr val="lt1"/>
              </a:buClr>
              <a:buSzPts val="2250"/>
              <a:buChar char="•"/>
              <a:defRPr/>
            </a:lvl6pPr>
            <a:lvl7pPr indent="-371475" lvl="6" marL="3200400" rtl="0" algn="l">
              <a:lnSpc>
                <a:spcPct val="120000"/>
              </a:lnSpc>
              <a:spcBef>
                <a:spcPts val="500"/>
              </a:spcBef>
              <a:spcAft>
                <a:spcPts val="0"/>
              </a:spcAft>
              <a:buClr>
                <a:schemeClr val="lt1"/>
              </a:buClr>
              <a:buSzPts val="2250"/>
              <a:buChar char="•"/>
              <a:defRPr/>
            </a:lvl7pPr>
            <a:lvl8pPr indent="-371475" lvl="7" marL="3657600" rtl="0" algn="l">
              <a:lnSpc>
                <a:spcPct val="120000"/>
              </a:lnSpc>
              <a:spcBef>
                <a:spcPts val="500"/>
              </a:spcBef>
              <a:spcAft>
                <a:spcPts val="0"/>
              </a:spcAft>
              <a:buClr>
                <a:schemeClr val="lt1"/>
              </a:buClr>
              <a:buSzPts val="2250"/>
              <a:buChar char="•"/>
              <a:defRPr/>
            </a:lvl8pPr>
            <a:lvl9pPr indent="-371475" lvl="8" marL="4114800" rtl="0" algn="l">
              <a:lnSpc>
                <a:spcPct val="120000"/>
              </a:lnSpc>
              <a:spcBef>
                <a:spcPts val="500"/>
              </a:spcBef>
              <a:spcAft>
                <a:spcPts val="0"/>
              </a:spcAft>
              <a:buClr>
                <a:schemeClr val="lt1"/>
              </a:buClr>
              <a:buSzPts val="2250"/>
              <a:buChar char="•"/>
              <a:defRPr/>
            </a:lvl9pPr>
          </a:lstStyle>
          <a:p/>
        </p:txBody>
      </p:sp>
      <p:sp>
        <p:nvSpPr>
          <p:cNvPr id="588" name="Google Shape;588;p17"/>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89" name="Google Shape;589;p17"/>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90" name="Google Shape;590;p17"/>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91" name="Shape 591"/>
        <p:cNvGrpSpPr/>
        <p:nvPr/>
      </p:nvGrpSpPr>
      <p:grpSpPr>
        <a:xfrm>
          <a:off x="0" y="0"/>
          <a:ext cx="0" cy="0"/>
          <a:chOff x="0" y="0"/>
          <a:chExt cx="0" cy="0"/>
        </a:xfrm>
      </p:grpSpPr>
      <p:sp>
        <p:nvSpPr>
          <p:cNvPr id="592" name="Google Shape;592;p18"/>
          <p:cNvSpPr txBox="1"/>
          <p:nvPr>
            <p:ph type="title"/>
          </p:nvPr>
        </p:nvSpPr>
        <p:spPr>
          <a:xfrm rot="5400000">
            <a:off x="7454161" y="2197949"/>
            <a:ext cx="5181600" cy="20049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3" name="Google Shape;593;p18"/>
          <p:cNvSpPr txBox="1"/>
          <p:nvPr>
            <p:ph idx="1" type="body"/>
          </p:nvPr>
        </p:nvSpPr>
        <p:spPr>
          <a:xfrm rot="5400000">
            <a:off x="2424850" y="-673951"/>
            <a:ext cx="5181600" cy="7748700"/>
          </a:xfrm>
          <a:prstGeom prst="rect">
            <a:avLst/>
          </a:prstGeom>
          <a:noFill/>
          <a:ln>
            <a:noFill/>
          </a:ln>
        </p:spPr>
        <p:txBody>
          <a:bodyPr anchorCtr="0" anchor="t" bIns="45700" lIns="91425" spcFirstLastPara="1" rIns="91425" wrap="square" tIns="45700">
            <a:normAutofit/>
          </a:bodyPr>
          <a:lstStyle>
            <a:lvl1pPr indent="-371475" lvl="0" marL="457200" rtl="0" algn="l">
              <a:lnSpc>
                <a:spcPct val="120000"/>
              </a:lnSpc>
              <a:spcBef>
                <a:spcPts val="1000"/>
              </a:spcBef>
              <a:spcAft>
                <a:spcPts val="0"/>
              </a:spcAft>
              <a:buClr>
                <a:schemeClr val="lt1"/>
              </a:buClr>
              <a:buSzPts val="2250"/>
              <a:buChar char="•"/>
              <a:defRPr/>
            </a:lvl1pPr>
            <a:lvl2pPr indent="-371475" lvl="1" marL="914400" rtl="0" algn="l">
              <a:lnSpc>
                <a:spcPct val="120000"/>
              </a:lnSpc>
              <a:spcBef>
                <a:spcPts val="500"/>
              </a:spcBef>
              <a:spcAft>
                <a:spcPts val="0"/>
              </a:spcAft>
              <a:buClr>
                <a:schemeClr val="lt1"/>
              </a:buClr>
              <a:buSzPts val="2250"/>
              <a:buChar char="•"/>
              <a:defRPr/>
            </a:lvl2pPr>
            <a:lvl3pPr indent="-371475" lvl="2" marL="1371600" rtl="0" algn="l">
              <a:lnSpc>
                <a:spcPct val="120000"/>
              </a:lnSpc>
              <a:spcBef>
                <a:spcPts val="500"/>
              </a:spcBef>
              <a:spcAft>
                <a:spcPts val="0"/>
              </a:spcAft>
              <a:buClr>
                <a:schemeClr val="lt1"/>
              </a:buClr>
              <a:buSzPts val="2250"/>
              <a:buChar char="•"/>
              <a:defRPr/>
            </a:lvl3pPr>
            <a:lvl4pPr indent="-371475" lvl="3" marL="1828800" rtl="0" algn="l">
              <a:lnSpc>
                <a:spcPct val="120000"/>
              </a:lnSpc>
              <a:spcBef>
                <a:spcPts val="500"/>
              </a:spcBef>
              <a:spcAft>
                <a:spcPts val="0"/>
              </a:spcAft>
              <a:buClr>
                <a:schemeClr val="lt1"/>
              </a:buClr>
              <a:buSzPts val="2250"/>
              <a:buChar char="•"/>
              <a:defRPr/>
            </a:lvl4pPr>
            <a:lvl5pPr indent="-371475" lvl="4" marL="2286000" rtl="0" algn="l">
              <a:lnSpc>
                <a:spcPct val="120000"/>
              </a:lnSpc>
              <a:spcBef>
                <a:spcPts val="500"/>
              </a:spcBef>
              <a:spcAft>
                <a:spcPts val="0"/>
              </a:spcAft>
              <a:buClr>
                <a:schemeClr val="lt1"/>
              </a:buClr>
              <a:buSzPts val="2250"/>
              <a:buChar char="•"/>
              <a:defRPr/>
            </a:lvl5pPr>
            <a:lvl6pPr indent="-371475" lvl="5" marL="2743200" rtl="0" algn="l">
              <a:lnSpc>
                <a:spcPct val="120000"/>
              </a:lnSpc>
              <a:spcBef>
                <a:spcPts val="500"/>
              </a:spcBef>
              <a:spcAft>
                <a:spcPts val="0"/>
              </a:spcAft>
              <a:buClr>
                <a:schemeClr val="lt1"/>
              </a:buClr>
              <a:buSzPts val="2250"/>
              <a:buChar char="•"/>
              <a:defRPr/>
            </a:lvl6pPr>
            <a:lvl7pPr indent="-371475" lvl="6" marL="3200400" rtl="0" algn="l">
              <a:lnSpc>
                <a:spcPct val="120000"/>
              </a:lnSpc>
              <a:spcBef>
                <a:spcPts val="500"/>
              </a:spcBef>
              <a:spcAft>
                <a:spcPts val="0"/>
              </a:spcAft>
              <a:buClr>
                <a:schemeClr val="lt1"/>
              </a:buClr>
              <a:buSzPts val="2250"/>
              <a:buChar char="•"/>
              <a:defRPr/>
            </a:lvl7pPr>
            <a:lvl8pPr indent="-371475" lvl="7" marL="3657600" rtl="0" algn="l">
              <a:lnSpc>
                <a:spcPct val="120000"/>
              </a:lnSpc>
              <a:spcBef>
                <a:spcPts val="500"/>
              </a:spcBef>
              <a:spcAft>
                <a:spcPts val="0"/>
              </a:spcAft>
              <a:buClr>
                <a:schemeClr val="lt1"/>
              </a:buClr>
              <a:buSzPts val="2250"/>
              <a:buChar char="•"/>
              <a:defRPr/>
            </a:lvl8pPr>
            <a:lvl9pPr indent="-371475" lvl="8" marL="4114800" rtl="0" algn="l">
              <a:lnSpc>
                <a:spcPct val="120000"/>
              </a:lnSpc>
              <a:spcBef>
                <a:spcPts val="500"/>
              </a:spcBef>
              <a:spcAft>
                <a:spcPts val="0"/>
              </a:spcAft>
              <a:buClr>
                <a:schemeClr val="lt1"/>
              </a:buClr>
              <a:buSzPts val="2250"/>
              <a:buChar char="•"/>
              <a:defRPr/>
            </a:lvl9pPr>
          </a:lstStyle>
          <a:p/>
        </p:txBody>
      </p:sp>
      <p:sp>
        <p:nvSpPr>
          <p:cNvPr id="594" name="Google Shape;594;p18"/>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95" name="Google Shape;595;p18"/>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96" name="Google Shape;596;p18"/>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72" name="Shape 372"/>
        <p:cNvGrpSpPr/>
        <p:nvPr/>
      </p:nvGrpSpPr>
      <p:grpSpPr>
        <a:xfrm>
          <a:off x="0" y="0"/>
          <a:ext cx="0" cy="0"/>
          <a:chOff x="0" y="0"/>
          <a:chExt cx="0" cy="0"/>
        </a:xfrm>
      </p:grpSpPr>
      <p:pic>
        <p:nvPicPr>
          <p:cNvPr descr="\\DROBO-FS\QuickDrops\JB\PPTX NG\Droplets\LightingOverlay.png" id="373" name="Google Shape;373;p1"/>
          <p:cNvPicPr preferRelativeResize="0"/>
          <p:nvPr/>
        </p:nvPicPr>
        <p:blipFill rotWithShape="1">
          <a:blip r:embed="rId2">
            <a:alphaModFix amt="30000"/>
          </a:blip>
          <a:srcRect b="0" l="0" r="0" t="0"/>
          <a:stretch/>
        </p:blipFill>
        <p:spPr>
          <a:xfrm>
            <a:off x="0" y="-1"/>
            <a:ext cx="12192004" cy="6858001"/>
          </a:xfrm>
          <a:prstGeom prst="rect">
            <a:avLst/>
          </a:prstGeom>
          <a:noFill/>
          <a:ln>
            <a:noFill/>
          </a:ln>
        </p:spPr>
      </p:pic>
      <p:grpSp>
        <p:nvGrpSpPr>
          <p:cNvPr id="374" name="Google Shape;374;p1"/>
          <p:cNvGrpSpPr/>
          <p:nvPr/>
        </p:nvGrpSpPr>
        <p:grpSpPr>
          <a:xfrm>
            <a:off x="-14288" y="0"/>
            <a:ext cx="12053888" cy="6858001"/>
            <a:chOff x="-14288" y="0"/>
            <a:chExt cx="12053888" cy="6858001"/>
          </a:xfrm>
        </p:grpSpPr>
        <p:grpSp>
          <p:nvGrpSpPr>
            <p:cNvPr id="375" name="Google Shape;375;p1"/>
            <p:cNvGrpSpPr/>
            <p:nvPr/>
          </p:nvGrpSpPr>
          <p:grpSpPr>
            <a:xfrm>
              <a:off x="-14288" y="0"/>
              <a:ext cx="1220788" cy="6858001"/>
              <a:chOff x="-14288" y="0"/>
              <a:chExt cx="1220788" cy="6858001"/>
            </a:xfrm>
          </p:grpSpPr>
          <p:sp>
            <p:nvSpPr>
              <p:cNvPr id="376" name="Google Shape;376;p1"/>
              <p:cNvSpPr/>
              <p:nvPr/>
            </p:nvSpPr>
            <p:spPr>
              <a:xfrm>
                <a:off x="114300" y="4763"/>
                <a:ext cx="23700" cy="2181300"/>
              </a:xfrm>
              <a:prstGeom prst="rect">
                <a:avLst/>
              </a:pr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
              <p:cNvSpPr/>
              <p:nvPr/>
            </p:nvSpPr>
            <p:spPr>
              <a:xfrm>
                <a:off x="33337"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
              <p:cNvSpPr/>
              <p:nvPr/>
            </p:nvSpPr>
            <p:spPr>
              <a:xfrm>
                <a:off x="28575"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
              <p:cNvSpPr/>
              <p:nvPr/>
            </p:nvSpPr>
            <p:spPr>
              <a:xfrm>
                <a:off x="200025" y="4763"/>
                <a:ext cx="369888" cy="1811338"/>
              </a:xfrm>
              <a:custGeom>
                <a:rect b="b" l="l" r="r" t="t"/>
                <a:pathLst>
                  <a:path extrusionOk="0" h="1141" w="233">
                    <a:moveTo>
                      <a:pt x="218" y="1141"/>
                    </a:moveTo>
                    <a:lnTo>
                      <a:pt x="0" y="626"/>
                    </a:lnTo>
                    <a:lnTo>
                      <a:pt x="0" y="0"/>
                    </a:lnTo>
                    <a:lnTo>
                      <a:pt x="15" y="0"/>
                    </a:lnTo>
                    <a:lnTo>
                      <a:pt x="15" y="623"/>
                    </a:lnTo>
                    <a:lnTo>
                      <a:pt x="233" y="1135"/>
                    </a:lnTo>
                    <a:lnTo>
                      <a:pt x="218" y="1141"/>
                    </a:lnTo>
                    <a:close/>
                  </a:path>
                </a:pathLst>
              </a:custGeom>
              <a:gradFill>
                <a:gsLst>
                  <a:gs pos="0">
                    <a:schemeClr val="lt2"/>
                  </a:gs>
                  <a:gs pos="100000">
                    <a:srgbClr val="65747C"/>
                  </a:gs>
                </a:gsLst>
                <a:lin ang="5400012" scaled="0"/>
              </a:gradFill>
              <a:ln>
                <a:noFill/>
              </a:ln>
            </p:spPr>
          </p:sp>
          <p:sp>
            <p:nvSpPr>
              <p:cNvPr id="380" name="Google Shape;380;p1"/>
              <p:cNvSpPr/>
              <p:nvPr/>
            </p:nvSpPr>
            <p:spPr>
              <a:xfrm>
                <a:off x="503237" y="1801813"/>
                <a:ext cx="190500" cy="188913"/>
              </a:xfrm>
              <a:custGeom>
                <a:rect b="b" l="l" r="r" t="t"/>
                <a:pathLst>
                  <a:path extrusionOk="0" h="40" w="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
              <p:cNvSpPr/>
              <p:nvPr/>
            </p:nvSpPr>
            <p:spPr>
              <a:xfrm>
                <a:off x="285750" y="4763"/>
                <a:ext cx="369888" cy="1430338"/>
              </a:xfrm>
              <a:custGeom>
                <a:rect b="b" l="l" r="r" t="t"/>
                <a:pathLst>
                  <a:path extrusionOk="0" h="901" w="233">
                    <a:moveTo>
                      <a:pt x="221" y="901"/>
                    </a:moveTo>
                    <a:lnTo>
                      <a:pt x="0" y="383"/>
                    </a:lnTo>
                    <a:lnTo>
                      <a:pt x="0" y="0"/>
                    </a:lnTo>
                    <a:lnTo>
                      <a:pt x="18" y="0"/>
                    </a:lnTo>
                    <a:lnTo>
                      <a:pt x="18" y="380"/>
                    </a:lnTo>
                    <a:lnTo>
                      <a:pt x="233" y="895"/>
                    </a:lnTo>
                    <a:lnTo>
                      <a:pt x="221" y="901"/>
                    </a:lnTo>
                    <a:close/>
                  </a:path>
                </a:pathLst>
              </a:custGeom>
              <a:gradFill>
                <a:gsLst>
                  <a:gs pos="0">
                    <a:schemeClr val="lt2"/>
                  </a:gs>
                  <a:gs pos="100000">
                    <a:srgbClr val="65747C"/>
                  </a:gs>
                </a:gsLst>
                <a:lin ang="5400012" scaled="0"/>
              </a:gradFill>
              <a:ln>
                <a:noFill/>
              </a:ln>
            </p:spPr>
          </p:sp>
          <p:sp>
            <p:nvSpPr>
              <p:cNvPr id="382" name="Google Shape;382;p1"/>
              <p:cNvSpPr/>
              <p:nvPr/>
            </p:nvSpPr>
            <p:spPr>
              <a:xfrm>
                <a:off x="546100"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lt2"/>
                  </a:gs>
                  <a:gs pos="100000">
                    <a:srgbClr val="65747C"/>
                  </a:gs>
                </a:gsLst>
                <a:lin ang="5400012" scaled="0"/>
              </a:gradFill>
              <a:ln>
                <a:noFill/>
              </a:ln>
            </p:spPr>
          </p:sp>
          <p:sp>
            <p:nvSpPr>
              <p:cNvPr id="383" name="Google Shape;383;p1"/>
              <p:cNvSpPr/>
              <p:nvPr/>
            </p:nvSpPr>
            <p:spPr>
              <a:xfrm>
                <a:off x="588962" y="1420813"/>
                <a:ext cx="190500" cy="190500"/>
              </a:xfrm>
              <a:custGeom>
                <a:rect b="b" l="l" r="r" t="t"/>
                <a:pathLst>
                  <a:path extrusionOk="0" h="40" w="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
              <p:cNvSpPr/>
              <p:nvPr/>
            </p:nvSpPr>
            <p:spPr>
              <a:xfrm>
                <a:off x="588962"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
              <p:cNvSpPr/>
              <p:nvPr/>
            </p:nvSpPr>
            <p:spPr>
              <a:xfrm>
                <a:off x="641350" y="0"/>
                <a:ext cx="422275" cy="527050"/>
              </a:xfrm>
              <a:custGeom>
                <a:rect b="b" l="l" r="r" t="t"/>
                <a:pathLst>
                  <a:path extrusionOk="0" h="332" w="266">
                    <a:moveTo>
                      <a:pt x="257" y="332"/>
                    </a:moveTo>
                    <a:lnTo>
                      <a:pt x="48" y="123"/>
                    </a:lnTo>
                    <a:lnTo>
                      <a:pt x="0" y="6"/>
                    </a:lnTo>
                    <a:lnTo>
                      <a:pt x="15" y="0"/>
                    </a:lnTo>
                    <a:lnTo>
                      <a:pt x="63" y="114"/>
                    </a:lnTo>
                    <a:lnTo>
                      <a:pt x="266" y="320"/>
                    </a:lnTo>
                    <a:lnTo>
                      <a:pt x="257" y="332"/>
                    </a:lnTo>
                    <a:close/>
                  </a:path>
                </a:pathLst>
              </a:custGeom>
              <a:gradFill>
                <a:gsLst>
                  <a:gs pos="0">
                    <a:schemeClr val="lt2"/>
                  </a:gs>
                  <a:gs pos="100000">
                    <a:srgbClr val="65747C"/>
                  </a:gs>
                </a:gsLst>
                <a:lin ang="5400012" scaled="0"/>
              </a:gradFill>
              <a:ln>
                <a:noFill/>
              </a:ln>
            </p:spPr>
          </p:sp>
          <p:sp>
            <p:nvSpPr>
              <p:cNvPr id="386" name="Google Shape;386;p1"/>
              <p:cNvSpPr/>
              <p:nvPr/>
            </p:nvSpPr>
            <p:spPr>
              <a:xfrm>
                <a:off x="1020762"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 name="Google Shape;387;p1"/>
              <p:cNvCxnSpPr/>
              <p:nvPr/>
            </p:nvCxnSpPr>
            <p:spPr>
              <a:xfrm>
                <a:off x="-4763" y="9525"/>
                <a:ext cx="0" cy="0"/>
              </a:xfrm>
              <a:prstGeom prst="straightConnector1">
                <a:avLst/>
              </a:prstGeom>
              <a:gradFill>
                <a:gsLst>
                  <a:gs pos="0">
                    <a:schemeClr val="lt2"/>
                  </a:gs>
                  <a:gs pos="100000">
                    <a:srgbClr val="65747C"/>
                  </a:gs>
                </a:gsLst>
                <a:lin ang="5400012" scaled="0"/>
              </a:gradFill>
              <a:ln cap="flat" cmpd="sng" w="9525">
                <a:solidFill>
                  <a:srgbClr val="FFFFFF"/>
                </a:solidFill>
                <a:prstDash val="solid"/>
                <a:miter lim="800000"/>
                <a:headEnd len="med" w="med" type="none"/>
                <a:tailEnd len="med" w="med" type="none"/>
              </a:ln>
            </p:spPr>
          </p:cxnSp>
          <p:sp>
            <p:nvSpPr>
              <p:cNvPr id="388" name="Google Shape;388;p1"/>
              <p:cNvSpPr/>
              <p:nvPr/>
            </p:nvSpPr>
            <p:spPr>
              <a:xfrm>
                <a:off x="9525" y="1801813"/>
                <a:ext cx="123825" cy="127000"/>
              </a:xfrm>
              <a:custGeom>
                <a:rect b="b" l="l" r="r" t="t"/>
                <a:pathLst>
                  <a:path extrusionOk="0" h="80" w="78">
                    <a:moveTo>
                      <a:pt x="6" y="80"/>
                    </a:moveTo>
                    <a:lnTo>
                      <a:pt x="0" y="71"/>
                    </a:lnTo>
                    <a:lnTo>
                      <a:pt x="69" y="0"/>
                    </a:lnTo>
                    <a:lnTo>
                      <a:pt x="78" y="9"/>
                    </a:lnTo>
                    <a:lnTo>
                      <a:pt x="6" y="80"/>
                    </a:lnTo>
                    <a:close/>
                  </a:path>
                </a:pathLst>
              </a:custGeom>
              <a:gradFill>
                <a:gsLst>
                  <a:gs pos="0">
                    <a:schemeClr val="lt2"/>
                  </a:gs>
                  <a:gs pos="100000">
                    <a:srgbClr val="65747C"/>
                  </a:gs>
                </a:gsLst>
                <a:lin ang="5400012" scaled="0"/>
              </a:gradFill>
              <a:ln>
                <a:noFill/>
              </a:ln>
            </p:spPr>
          </p:sp>
          <p:sp>
            <p:nvSpPr>
              <p:cNvPr id="389" name="Google Shape;389;p1"/>
              <p:cNvSpPr/>
              <p:nvPr/>
            </p:nvSpPr>
            <p:spPr>
              <a:xfrm>
                <a:off x="-9525" y="3549650"/>
                <a:ext cx="147638" cy="481013"/>
              </a:xfrm>
              <a:custGeom>
                <a:rect b="b" l="l" r="r" t="t"/>
                <a:pathLst>
                  <a:path extrusionOk="0" h="303" w="93">
                    <a:moveTo>
                      <a:pt x="93" y="303"/>
                    </a:moveTo>
                    <a:lnTo>
                      <a:pt x="78" y="303"/>
                    </a:lnTo>
                    <a:lnTo>
                      <a:pt x="78" y="78"/>
                    </a:lnTo>
                    <a:lnTo>
                      <a:pt x="0" y="12"/>
                    </a:lnTo>
                    <a:lnTo>
                      <a:pt x="12" y="0"/>
                    </a:lnTo>
                    <a:lnTo>
                      <a:pt x="93" y="69"/>
                    </a:lnTo>
                    <a:lnTo>
                      <a:pt x="93" y="303"/>
                    </a:lnTo>
                    <a:close/>
                  </a:path>
                </a:pathLst>
              </a:custGeom>
              <a:gradFill>
                <a:gsLst>
                  <a:gs pos="0">
                    <a:schemeClr val="lt2"/>
                  </a:gs>
                  <a:gs pos="100000">
                    <a:srgbClr val="65747C"/>
                  </a:gs>
                </a:gsLst>
                <a:lin ang="5400012" scaled="0"/>
              </a:gradFill>
              <a:ln>
                <a:noFill/>
              </a:ln>
            </p:spPr>
          </p:sp>
          <p:sp>
            <p:nvSpPr>
              <p:cNvPr id="390" name="Google Shape;390;p1"/>
              <p:cNvSpPr/>
              <p:nvPr/>
            </p:nvSpPr>
            <p:spPr>
              <a:xfrm>
                <a:off x="128587"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lt2"/>
                  </a:gs>
                  <a:gs pos="100000">
                    <a:srgbClr val="65747C"/>
                  </a:gs>
                </a:gsLst>
                <a:lin ang="5400012" scaled="0"/>
              </a:gradFill>
              <a:ln>
                <a:noFill/>
              </a:ln>
            </p:spPr>
          </p:sp>
          <p:sp>
            <p:nvSpPr>
              <p:cNvPr id="391" name="Google Shape;391;p1"/>
              <p:cNvSpPr/>
              <p:nvPr/>
            </p:nvSpPr>
            <p:spPr>
              <a:xfrm>
                <a:off x="204787" y="1849438"/>
                <a:ext cx="114300" cy="107950"/>
              </a:xfrm>
              <a:custGeom>
                <a:rect b="b" l="l" r="r" t="t"/>
                <a:pathLst>
                  <a:path extrusionOk="0" h="23" w="24">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
              <p:cNvSpPr/>
              <p:nvPr/>
            </p:nvSpPr>
            <p:spPr>
              <a:xfrm>
                <a:off x="133350" y="4662488"/>
                <a:ext cx="23700" cy="2181300"/>
              </a:xfrm>
              <a:prstGeom prst="rect">
                <a:avLst/>
              </a:pr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
              <p:cNvSpPr/>
              <p:nvPr/>
            </p:nvSpPr>
            <p:spPr>
              <a:xfrm>
                <a:off x="223837" y="5041900"/>
                <a:ext cx="369888" cy="1801813"/>
              </a:xfrm>
              <a:custGeom>
                <a:rect b="b" l="l" r="r" t="t"/>
                <a:pathLst>
                  <a:path extrusionOk="0" h="1135" w="233">
                    <a:moveTo>
                      <a:pt x="15" y="1135"/>
                    </a:moveTo>
                    <a:lnTo>
                      <a:pt x="0" y="1135"/>
                    </a:lnTo>
                    <a:lnTo>
                      <a:pt x="0" y="515"/>
                    </a:lnTo>
                    <a:lnTo>
                      <a:pt x="0" y="512"/>
                    </a:lnTo>
                    <a:lnTo>
                      <a:pt x="218" y="0"/>
                    </a:lnTo>
                    <a:lnTo>
                      <a:pt x="233" y="6"/>
                    </a:lnTo>
                    <a:lnTo>
                      <a:pt x="15" y="518"/>
                    </a:lnTo>
                    <a:lnTo>
                      <a:pt x="15" y="1135"/>
                    </a:lnTo>
                    <a:close/>
                  </a:path>
                </a:pathLst>
              </a:custGeom>
              <a:gradFill>
                <a:gsLst>
                  <a:gs pos="0">
                    <a:schemeClr val="lt2"/>
                  </a:gs>
                  <a:gs pos="100000">
                    <a:srgbClr val="65747C"/>
                  </a:gs>
                </a:gsLst>
                <a:lin ang="5400012" scaled="0"/>
              </a:gradFill>
              <a:ln>
                <a:noFill/>
              </a:ln>
            </p:spPr>
          </p:sp>
          <p:sp>
            <p:nvSpPr>
              <p:cNvPr id="394" name="Google Shape;394;p1"/>
              <p:cNvSpPr/>
              <p:nvPr/>
            </p:nvSpPr>
            <p:spPr>
              <a:xfrm>
                <a:off x="52387"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
              <p:cNvSpPr/>
              <p:nvPr/>
            </p:nvSpPr>
            <p:spPr>
              <a:xfrm>
                <a:off x="-14288" y="5627688"/>
                <a:ext cx="85725" cy="1216025"/>
              </a:xfrm>
              <a:custGeom>
                <a:rect b="b" l="l" r="r" t="t"/>
                <a:pathLst>
                  <a:path extrusionOk="0" h="766" w="54">
                    <a:moveTo>
                      <a:pt x="54" y="766"/>
                    </a:moveTo>
                    <a:lnTo>
                      <a:pt x="36" y="766"/>
                    </a:lnTo>
                    <a:lnTo>
                      <a:pt x="36" y="149"/>
                    </a:lnTo>
                    <a:lnTo>
                      <a:pt x="0" y="3"/>
                    </a:lnTo>
                    <a:lnTo>
                      <a:pt x="18" y="0"/>
                    </a:lnTo>
                    <a:lnTo>
                      <a:pt x="54" y="146"/>
                    </a:lnTo>
                    <a:lnTo>
                      <a:pt x="54" y="766"/>
                    </a:lnTo>
                    <a:close/>
                  </a:path>
                </a:pathLst>
              </a:custGeom>
              <a:gradFill>
                <a:gsLst>
                  <a:gs pos="0">
                    <a:schemeClr val="lt2"/>
                  </a:gs>
                  <a:gs pos="100000">
                    <a:srgbClr val="65747C"/>
                  </a:gs>
                </a:gsLst>
                <a:lin ang="5400012" scaled="0"/>
              </a:gradFill>
              <a:ln>
                <a:noFill/>
              </a:ln>
            </p:spPr>
          </p:sp>
          <p:sp>
            <p:nvSpPr>
              <p:cNvPr id="396" name="Google Shape;396;p1"/>
              <p:cNvSpPr/>
              <p:nvPr/>
            </p:nvSpPr>
            <p:spPr>
              <a:xfrm>
                <a:off x="527050"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
              <p:cNvSpPr/>
              <p:nvPr/>
            </p:nvSpPr>
            <p:spPr>
              <a:xfrm>
                <a:off x="309562" y="5422900"/>
                <a:ext cx="374650" cy="1425575"/>
              </a:xfrm>
              <a:custGeom>
                <a:rect b="b" l="l" r="r" t="t"/>
                <a:pathLst>
                  <a:path extrusionOk="0" h="898" w="236">
                    <a:moveTo>
                      <a:pt x="18" y="898"/>
                    </a:moveTo>
                    <a:lnTo>
                      <a:pt x="0" y="898"/>
                    </a:lnTo>
                    <a:lnTo>
                      <a:pt x="0" y="515"/>
                    </a:lnTo>
                    <a:lnTo>
                      <a:pt x="3" y="512"/>
                    </a:lnTo>
                    <a:lnTo>
                      <a:pt x="221" y="0"/>
                    </a:lnTo>
                    <a:lnTo>
                      <a:pt x="236" y="6"/>
                    </a:lnTo>
                    <a:lnTo>
                      <a:pt x="18" y="518"/>
                    </a:lnTo>
                    <a:lnTo>
                      <a:pt x="18" y="898"/>
                    </a:lnTo>
                    <a:close/>
                  </a:path>
                </a:pathLst>
              </a:custGeom>
              <a:gradFill>
                <a:gsLst>
                  <a:gs pos="0">
                    <a:schemeClr val="lt2"/>
                  </a:gs>
                  <a:gs pos="100000">
                    <a:srgbClr val="65747C"/>
                  </a:gs>
                </a:gsLst>
                <a:lin ang="5400012" scaled="0"/>
              </a:gradFill>
              <a:ln>
                <a:noFill/>
              </a:ln>
            </p:spPr>
          </p:sp>
          <p:sp>
            <p:nvSpPr>
              <p:cNvPr id="398" name="Google Shape;398;p1"/>
              <p:cNvSpPr/>
              <p:nvPr/>
            </p:nvSpPr>
            <p:spPr>
              <a:xfrm>
                <a:off x="569912"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lt2"/>
                  </a:gs>
                  <a:gs pos="100000">
                    <a:srgbClr val="65747C"/>
                  </a:gs>
                </a:gsLst>
                <a:lin ang="5400012" scaled="0"/>
              </a:gradFill>
              <a:ln>
                <a:noFill/>
              </a:ln>
            </p:spPr>
          </p:sp>
          <p:sp>
            <p:nvSpPr>
              <p:cNvPr id="399" name="Google Shape;399;p1"/>
              <p:cNvSpPr/>
              <p:nvPr/>
            </p:nvSpPr>
            <p:spPr>
              <a:xfrm>
                <a:off x="612775"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
              <p:cNvSpPr/>
              <p:nvPr/>
            </p:nvSpPr>
            <p:spPr>
              <a:xfrm>
                <a:off x="612775"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
              <p:cNvSpPr/>
              <p:nvPr/>
            </p:nvSpPr>
            <p:spPr>
              <a:xfrm>
                <a:off x="669925" y="6330950"/>
                <a:ext cx="417513" cy="517525"/>
              </a:xfrm>
              <a:custGeom>
                <a:rect b="b" l="l" r="r" t="t"/>
                <a:pathLst>
                  <a:path extrusionOk="0" h="326" w="263">
                    <a:moveTo>
                      <a:pt x="15" y="326"/>
                    </a:moveTo>
                    <a:lnTo>
                      <a:pt x="0" y="320"/>
                    </a:lnTo>
                    <a:lnTo>
                      <a:pt x="45" y="206"/>
                    </a:lnTo>
                    <a:lnTo>
                      <a:pt x="48" y="206"/>
                    </a:lnTo>
                    <a:lnTo>
                      <a:pt x="254" y="0"/>
                    </a:lnTo>
                    <a:lnTo>
                      <a:pt x="263" y="12"/>
                    </a:lnTo>
                    <a:lnTo>
                      <a:pt x="60" y="215"/>
                    </a:lnTo>
                    <a:lnTo>
                      <a:pt x="15" y="326"/>
                    </a:lnTo>
                    <a:close/>
                  </a:path>
                </a:pathLst>
              </a:custGeom>
              <a:gradFill>
                <a:gsLst>
                  <a:gs pos="0">
                    <a:schemeClr val="lt2"/>
                  </a:gs>
                  <a:gs pos="100000">
                    <a:srgbClr val="65747C"/>
                  </a:gs>
                </a:gsLst>
                <a:lin ang="5400012" scaled="0"/>
              </a:gradFill>
              <a:ln>
                <a:noFill/>
              </a:ln>
            </p:spPr>
          </p:sp>
          <p:sp>
            <p:nvSpPr>
              <p:cNvPr id="402" name="Google Shape;402;p1"/>
              <p:cNvSpPr/>
              <p:nvPr/>
            </p:nvSpPr>
            <p:spPr>
              <a:xfrm>
                <a:off x="1049337"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 name="Google Shape;403;p1"/>
            <p:cNvGrpSpPr/>
            <p:nvPr/>
          </p:nvGrpSpPr>
          <p:grpSpPr>
            <a:xfrm>
              <a:off x="11364912" y="0"/>
              <a:ext cx="674688" cy="6848476"/>
              <a:chOff x="11364912" y="0"/>
              <a:chExt cx="674688" cy="6848476"/>
            </a:xfrm>
          </p:grpSpPr>
          <p:sp>
            <p:nvSpPr>
              <p:cNvPr id="404" name="Google Shape;404;p1"/>
              <p:cNvSpPr/>
              <p:nvPr/>
            </p:nvSpPr>
            <p:spPr>
              <a:xfrm>
                <a:off x="11483975" y="0"/>
                <a:ext cx="417513" cy="512763"/>
              </a:xfrm>
              <a:custGeom>
                <a:rect b="b" l="l" r="r" t="t"/>
                <a:pathLst>
                  <a:path extrusionOk="0" h="323" w="263">
                    <a:moveTo>
                      <a:pt x="12" y="323"/>
                    </a:moveTo>
                    <a:lnTo>
                      <a:pt x="0" y="314"/>
                    </a:lnTo>
                    <a:lnTo>
                      <a:pt x="203" y="108"/>
                    </a:lnTo>
                    <a:lnTo>
                      <a:pt x="248" y="0"/>
                    </a:lnTo>
                    <a:lnTo>
                      <a:pt x="263" y="6"/>
                    </a:lnTo>
                    <a:lnTo>
                      <a:pt x="218" y="117"/>
                    </a:lnTo>
                    <a:lnTo>
                      <a:pt x="218" y="117"/>
                    </a:lnTo>
                    <a:lnTo>
                      <a:pt x="12" y="323"/>
                    </a:lnTo>
                    <a:close/>
                  </a:path>
                </a:pathLst>
              </a:custGeom>
              <a:gradFill>
                <a:gsLst>
                  <a:gs pos="0">
                    <a:schemeClr val="lt2"/>
                  </a:gs>
                  <a:gs pos="100000">
                    <a:srgbClr val="65747C"/>
                  </a:gs>
                </a:gsLst>
                <a:lin ang="5400012" scaled="0"/>
              </a:gradFill>
              <a:ln>
                <a:noFill/>
              </a:ln>
            </p:spPr>
          </p:sp>
          <p:sp>
            <p:nvSpPr>
              <p:cNvPr id="405" name="Google Shape;405;p1"/>
              <p:cNvSpPr/>
              <p:nvPr/>
            </p:nvSpPr>
            <p:spPr>
              <a:xfrm>
                <a:off x="11364912" y="474663"/>
                <a:ext cx="157163" cy="152400"/>
              </a:xfrm>
              <a:custGeom>
                <a:rect b="b" l="l" r="r" t="t"/>
                <a:pathLst>
                  <a:path extrusionOk="0" h="32" w="33">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
              <p:cNvSpPr/>
              <p:nvPr/>
            </p:nvSpPr>
            <p:spPr>
              <a:xfrm>
                <a:off x="11631612" y="1539875"/>
                <a:ext cx="188913"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
              <p:cNvSpPr/>
              <p:nvPr/>
            </p:nvSpPr>
            <p:spPr>
              <a:xfrm>
                <a:off x="11531600" y="5694363"/>
                <a:ext cx="298450" cy="1154113"/>
              </a:xfrm>
              <a:custGeom>
                <a:rect b="b" l="l" r="r" t="t"/>
                <a:pathLst>
                  <a:path extrusionOk="0" h="727" w="188">
                    <a:moveTo>
                      <a:pt x="15" y="727"/>
                    </a:moveTo>
                    <a:lnTo>
                      <a:pt x="0" y="727"/>
                    </a:lnTo>
                    <a:lnTo>
                      <a:pt x="0" y="407"/>
                    </a:lnTo>
                    <a:lnTo>
                      <a:pt x="0" y="407"/>
                    </a:lnTo>
                    <a:lnTo>
                      <a:pt x="176" y="0"/>
                    </a:lnTo>
                    <a:lnTo>
                      <a:pt x="188" y="6"/>
                    </a:lnTo>
                    <a:lnTo>
                      <a:pt x="15" y="410"/>
                    </a:lnTo>
                    <a:lnTo>
                      <a:pt x="15" y="727"/>
                    </a:lnTo>
                    <a:close/>
                  </a:path>
                </a:pathLst>
              </a:custGeom>
              <a:gradFill>
                <a:gsLst>
                  <a:gs pos="0">
                    <a:schemeClr val="lt2"/>
                  </a:gs>
                  <a:gs pos="100000">
                    <a:srgbClr val="65747C"/>
                  </a:gs>
                </a:gsLst>
                <a:lin ang="5400012" scaled="0"/>
              </a:gradFill>
              <a:ln>
                <a:noFill/>
              </a:ln>
            </p:spPr>
          </p:sp>
          <p:sp>
            <p:nvSpPr>
              <p:cNvPr id="408" name="Google Shape;408;p1"/>
              <p:cNvSpPr/>
              <p:nvPr/>
            </p:nvSpPr>
            <p:spPr>
              <a:xfrm>
                <a:off x="11772900" y="5551488"/>
                <a:ext cx="157163" cy="155575"/>
              </a:xfrm>
              <a:custGeom>
                <a:rect b="b" l="l" r="r" t="t"/>
                <a:pathLst>
                  <a:path extrusionOk="0" h="33" w="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
              <p:cNvSpPr/>
              <p:nvPr/>
            </p:nvSpPr>
            <p:spPr>
              <a:xfrm>
                <a:off x="11710987" y="4763"/>
                <a:ext cx="304800" cy="1544638"/>
              </a:xfrm>
              <a:custGeom>
                <a:rect b="b" l="l" r="r" t="t"/>
                <a:pathLst>
                  <a:path extrusionOk="0" h="973" w="192">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chemeClr val="lt2"/>
                  </a:gs>
                  <a:gs pos="100000">
                    <a:srgbClr val="65747C"/>
                  </a:gs>
                </a:gsLst>
                <a:lin ang="5400012" scaled="0"/>
              </a:gradFill>
              <a:ln>
                <a:noFill/>
              </a:ln>
            </p:spPr>
          </p:sp>
          <p:sp>
            <p:nvSpPr>
              <p:cNvPr id="410" name="Google Shape;410;p1"/>
              <p:cNvSpPr/>
              <p:nvPr/>
            </p:nvSpPr>
            <p:spPr>
              <a:xfrm>
                <a:off x="11636375" y="4867275"/>
                <a:ext cx="188913"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
              <p:cNvSpPr/>
              <p:nvPr/>
            </p:nvSpPr>
            <p:spPr>
              <a:xfrm>
                <a:off x="11441112" y="5046663"/>
                <a:ext cx="307975" cy="1801813"/>
              </a:xfrm>
              <a:custGeom>
                <a:rect b="b" l="l" r="r" t="t"/>
                <a:pathLst>
                  <a:path extrusionOk="0" h="1135" w="194">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chemeClr val="lt2"/>
                  </a:gs>
                  <a:gs pos="100000">
                    <a:srgbClr val="65747C"/>
                  </a:gs>
                </a:gsLst>
                <a:lin ang="5400012" scaled="0"/>
              </a:gradFill>
              <a:ln>
                <a:noFill/>
              </a:ln>
            </p:spPr>
          </p:sp>
          <p:sp>
            <p:nvSpPr>
              <p:cNvPr id="412" name="Google Shape;412;p1"/>
              <p:cNvSpPr/>
              <p:nvPr/>
            </p:nvSpPr>
            <p:spPr>
              <a:xfrm>
                <a:off x="11849100" y="64166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
              <p:cNvSpPr/>
              <p:nvPr/>
            </p:nvSpPr>
            <p:spPr>
              <a:xfrm>
                <a:off x="11939587" y="6596063"/>
                <a:ext cx="23700" cy="252300"/>
              </a:xfrm>
              <a:prstGeom prst="rect">
                <a:avLst/>
              </a:prstGeom>
              <a:gradFill>
                <a:gsLst>
                  <a:gs pos="0">
                    <a:schemeClr val="lt2"/>
                  </a:gs>
                  <a:gs pos="100000">
                    <a:srgbClr val="65747C"/>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14" name="Google Shape;414;p1"/>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Twentieth Century"/>
              <a:buNone/>
              <a:defRPr b="0" i="0" sz="3600" u="none" cap="none" strike="noStrike">
                <a:solidFill>
                  <a:schemeClr val="lt1"/>
                </a:solidFill>
                <a:latin typeface="Twentieth Century"/>
                <a:ea typeface="Twentieth Century"/>
                <a:cs typeface="Twentieth Century"/>
                <a:sym typeface="Twentieth Century"/>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415" name="Google Shape;415;p1"/>
          <p:cNvSpPr txBox="1"/>
          <p:nvPr>
            <p:ph idx="1" type="body"/>
          </p:nvPr>
        </p:nvSpPr>
        <p:spPr>
          <a:xfrm>
            <a:off x="1141412" y="2249487"/>
            <a:ext cx="9906000" cy="3541800"/>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120000"/>
              </a:lnSpc>
              <a:spcBef>
                <a:spcPts val="1000"/>
              </a:spcBef>
              <a:spcAft>
                <a:spcPts val="0"/>
              </a:spcAft>
              <a:buClr>
                <a:schemeClr val="lt1"/>
              </a:buClr>
              <a:buSzPts val="3000"/>
              <a:buFont typeface="Arial"/>
              <a:buChar char="•"/>
              <a:defRPr b="0" i="0" sz="2400" u="none" cap="none" strike="noStrike">
                <a:solidFill>
                  <a:schemeClr val="lt1"/>
                </a:solidFill>
                <a:latin typeface="Twentieth Century"/>
                <a:ea typeface="Twentieth Century"/>
                <a:cs typeface="Twentieth Century"/>
                <a:sym typeface="Twentieth Century"/>
              </a:defRPr>
            </a:lvl1pPr>
            <a:lvl2pPr indent="-387350" lvl="1" marL="914400" marR="0" rtl="0" algn="l">
              <a:lnSpc>
                <a:spcPct val="120000"/>
              </a:lnSpc>
              <a:spcBef>
                <a:spcPts val="500"/>
              </a:spcBef>
              <a:spcAft>
                <a:spcPts val="0"/>
              </a:spcAft>
              <a:buClr>
                <a:schemeClr val="lt1"/>
              </a:buClr>
              <a:buSzPts val="2500"/>
              <a:buFont typeface="Arial"/>
              <a:buChar char="•"/>
              <a:defRPr b="0" i="0" sz="2000" u="none" cap="none" strike="noStrike">
                <a:solidFill>
                  <a:schemeClr val="lt1"/>
                </a:solidFill>
                <a:latin typeface="Twentieth Century"/>
                <a:ea typeface="Twentieth Century"/>
                <a:cs typeface="Twentieth Century"/>
                <a:sym typeface="Twentieth Century"/>
              </a:defRPr>
            </a:lvl2pPr>
            <a:lvl3pPr indent="-371475" lvl="2" marL="1371600" marR="0" rtl="0" algn="l">
              <a:lnSpc>
                <a:spcPct val="120000"/>
              </a:lnSpc>
              <a:spcBef>
                <a:spcPts val="500"/>
              </a:spcBef>
              <a:spcAft>
                <a:spcPts val="0"/>
              </a:spcAft>
              <a:buClr>
                <a:schemeClr val="lt1"/>
              </a:buClr>
              <a:buSzPts val="2250"/>
              <a:buFont typeface="Arial"/>
              <a:buChar char="•"/>
              <a:defRPr b="0" i="0" sz="1800" u="none" cap="none" strike="noStrike">
                <a:solidFill>
                  <a:schemeClr val="lt1"/>
                </a:solidFill>
                <a:latin typeface="Twentieth Century"/>
                <a:ea typeface="Twentieth Century"/>
                <a:cs typeface="Twentieth Century"/>
                <a:sym typeface="Twentieth Century"/>
              </a:defRPr>
            </a:lvl3pPr>
            <a:lvl4pPr indent="-355600" lvl="3" marL="1828800" marR="0" rtl="0" algn="l">
              <a:lnSpc>
                <a:spcPct val="120000"/>
              </a:lnSpc>
              <a:spcBef>
                <a:spcPts val="500"/>
              </a:spcBef>
              <a:spcAft>
                <a:spcPts val="0"/>
              </a:spcAft>
              <a:buClr>
                <a:schemeClr val="lt1"/>
              </a:buClr>
              <a:buSzPts val="2000"/>
              <a:buFont typeface="Arial"/>
              <a:buChar char="•"/>
              <a:defRPr b="0" i="0" sz="1600" u="none" cap="none" strike="noStrike">
                <a:solidFill>
                  <a:schemeClr val="lt1"/>
                </a:solidFill>
                <a:latin typeface="Twentieth Century"/>
                <a:ea typeface="Twentieth Century"/>
                <a:cs typeface="Twentieth Century"/>
                <a:sym typeface="Twentieth Century"/>
              </a:defRPr>
            </a:lvl4pPr>
            <a:lvl5pPr indent="-355600" lvl="4" marL="2286000" marR="0" rtl="0" algn="l">
              <a:lnSpc>
                <a:spcPct val="120000"/>
              </a:lnSpc>
              <a:spcBef>
                <a:spcPts val="500"/>
              </a:spcBef>
              <a:spcAft>
                <a:spcPts val="0"/>
              </a:spcAft>
              <a:buClr>
                <a:schemeClr val="lt1"/>
              </a:buClr>
              <a:buSzPts val="2000"/>
              <a:buFont typeface="Arial"/>
              <a:buChar char="•"/>
              <a:defRPr b="0" i="0" sz="1600" u="none" cap="none" strike="noStrike">
                <a:solidFill>
                  <a:schemeClr val="lt1"/>
                </a:solidFill>
                <a:latin typeface="Twentieth Century"/>
                <a:ea typeface="Twentieth Century"/>
                <a:cs typeface="Twentieth Century"/>
                <a:sym typeface="Twentieth Century"/>
              </a:defRPr>
            </a:lvl5pPr>
            <a:lvl6pPr indent="-339725" lvl="5" marL="27432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6pPr>
            <a:lvl7pPr indent="-339725" lvl="6" marL="32004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7pPr>
            <a:lvl8pPr indent="-339725" lvl="7" marL="36576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8pPr>
            <a:lvl9pPr indent="-339725" lvl="8" marL="4114800" marR="0" rtl="0" algn="l">
              <a:lnSpc>
                <a:spcPct val="120000"/>
              </a:lnSpc>
              <a:spcBef>
                <a:spcPts val="500"/>
              </a:spcBef>
              <a:spcAft>
                <a:spcPts val="0"/>
              </a:spcAft>
              <a:buClr>
                <a:schemeClr val="lt1"/>
              </a:buClr>
              <a:buSzPts val="1750"/>
              <a:buFont typeface="Arial"/>
              <a:buChar char="•"/>
              <a:defRPr b="0" i="0" sz="1400" u="none" cap="none" strike="noStrike">
                <a:solidFill>
                  <a:schemeClr val="lt1"/>
                </a:solidFill>
                <a:latin typeface="Twentieth Century"/>
                <a:ea typeface="Twentieth Century"/>
                <a:cs typeface="Twentieth Century"/>
                <a:sym typeface="Twentieth Century"/>
              </a:defRPr>
            </a:lvl9pPr>
          </a:lstStyle>
          <a:p/>
        </p:txBody>
      </p:sp>
      <p:sp>
        <p:nvSpPr>
          <p:cNvPr id="416" name="Google Shape;416;p1"/>
          <p:cNvSpPr txBox="1"/>
          <p:nvPr>
            <p:ph idx="10" type="dt"/>
          </p:nvPr>
        </p:nvSpPr>
        <p:spPr>
          <a:xfrm>
            <a:off x="7456921" y="5883276"/>
            <a:ext cx="2743200" cy="36510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417" name="Google Shape;417;p1"/>
          <p:cNvSpPr txBox="1"/>
          <p:nvPr>
            <p:ph idx="11" type="ftr"/>
          </p:nvPr>
        </p:nvSpPr>
        <p:spPr>
          <a:xfrm>
            <a:off x="1141411" y="5883275"/>
            <a:ext cx="62394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418" name="Google Shape;418;p1"/>
          <p:cNvSpPr txBox="1"/>
          <p:nvPr>
            <p:ph idx="12" type="sldNum"/>
          </p:nvPr>
        </p:nvSpPr>
        <p:spPr>
          <a:xfrm>
            <a:off x="10276321" y="5883274"/>
            <a:ext cx="7710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1pPr>
            <a:lvl2pPr indent="0" lvl="1"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2pPr>
            <a:lvl3pPr indent="0" lvl="2"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3pPr>
            <a:lvl4pPr indent="0" lvl="3"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4pPr>
            <a:lvl5pPr indent="0" lvl="4"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5pPr>
            <a:lvl6pPr indent="0" lvl="5"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6pPr>
            <a:lvl7pPr indent="0" lvl="6"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7pPr>
            <a:lvl8pPr indent="0" lvl="7"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8pPr>
            <a:lvl9pPr indent="0" lvl="8" marL="0" marR="0" rtl="0" algn="r">
              <a:spcBef>
                <a:spcPts val="0"/>
              </a:spcBef>
              <a:buNone/>
              <a:defRPr b="0" i="0" sz="1050" u="none" cap="none" strike="noStrike">
                <a:solidFill>
                  <a:schemeClr val="lt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9"/>
          <p:cNvSpPr txBox="1"/>
          <p:nvPr>
            <p:ph type="ctrTitle"/>
          </p:nvPr>
        </p:nvSpPr>
        <p:spPr>
          <a:xfrm>
            <a:off x="1876424" y="1854201"/>
            <a:ext cx="8791500" cy="16557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lt1"/>
              </a:buClr>
              <a:buSzPts val="5400"/>
              <a:buFont typeface="Calibri"/>
              <a:buNone/>
            </a:pPr>
            <a:br>
              <a:rPr b="1" i="0" lang="en-US" sz="5400" u="none" strike="noStrike">
                <a:latin typeface="Calibri"/>
                <a:ea typeface="Calibri"/>
                <a:cs typeface="Calibri"/>
                <a:sym typeface="Calibri"/>
              </a:rPr>
            </a:br>
            <a:br>
              <a:rPr b="1" i="0" lang="en-US" sz="5400" u="none" strike="noStrike">
                <a:latin typeface="Calibri"/>
                <a:ea typeface="Calibri"/>
                <a:cs typeface="Calibri"/>
                <a:sym typeface="Calibri"/>
              </a:rPr>
            </a:br>
            <a:br>
              <a:rPr b="1" i="0" lang="en-US" sz="5400" u="none" strike="noStrike">
                <a:latin typeface="Calibri"/>
                <a:ea typeface="Calibri"/>
                <a:cs typeface="Calibri"/>
                <a:sym typeface="Calibri"/>
              </a:rPr>
            </a:br>
            <a:br>
              <a:rPr b="1" i="0" lang="en-US" sz="5400" u="none" strike="noStrike">
                <a:latin typeface="Calibri"/>
                <a:ea typeface="Calibri"/>
                <a:cs typeface="Calibri"/>
                <a:sym typeface="Calibri"/>
              </a:rPr>
            </a:br>
            <a:endParaRPr b="1" sz="5400">
              <a:latin typeface="Rockwell"/>
              <a:ea typeface="Rockwell"/>
              <a:cs typeface="Rockwell"/>
              <a:sym typeface="Rockwell"/>
            </a:endParaRPr>
          </a:p>
        </p:txBody>
      </p:sp>
      <p:sp>
        <p:nvSpPr>
          <p:cNvPr id="602" name="Google Shape;602;p19"/>
          <p:cNvSpPr txBox="1"/>
          <p:nvPr>
            <p:ph idx="1" type="subTitle"/>
          </p:nvPr>
        </p:nvSpPr>
        <p:spPr>
          <a:xfrm>
            <a:off x="1876424" y="3602038"/>
            <a:ext cx="8791500" cy="1655700"/>
          </a:xfrm>
          <a:prstGeom prst="rect">
            <a:avLst/>
          </a:prstGeom>
          <a:noFill/>
          <a:ln>
            <a:noFill/>
          </a:ln>
        </p:spPr>
        <p:txBody>
          <a:bodyPr anchorCtr="0" anchor="t" bIns="45700" lIns="91425" spcFirstLastPara="1" rIns="91425" wrap="square" tIns="45700">
            <a:normAutofit/>
          </a:bodyPr>
          <a:lstStyle/>
          <a:p>
            <a:pPr indent="0" lvl="0" marL="0" rtl="0" algn="ctr">
              <a:lnSpc>
                <a:spcPct val="120000"/>
              </a:lnSpc>
              <a:spcBef>
                <a:spcPts val="0"/>
              </a:spcBef>
              <a:spcAft>
                <a:spcPts val="0"/>
              </a:spcAft>
              <a:buClr>
                <a:schemeClr val="lt2"/>
              </a:buClr>
              <a:buSzPts val="3000"/>
              <a:buNone/>
            </a:pPr>
            <a:r>
              <a:rPr b="1" lang="en-US" sz="2400">
                <a:latin typeface="Tahoma"/>
                <a:ea typeface="Tahoma"/>
                <a:cs typeface="Tahoma"/>
                <a:sym typeface="Tahoma"/>
              </a:rPr>
              <a:t>COURSE PROJECT</a:t>
            </a:r>
            <a:endParaRPr/>
          </a:p>
          <a:p>
            <a:pPr indent="0" lvl="0" marL="0" rtl="0" algn="ctr">
              <a:lnSpc>
                <a:spcPct val="120000"/>
              </a:lnSpc>
              <a:spcBef>
                <a:spcPts val="1000"/>
              </a:spcBef>
              <a:spcAft>
                <a:spcPts val="0"/>
              </a:spcAft>
              <a:buClr>
                <a:schemeClr val="lt2"/>
              </a:buClr>
              <a:buSzPts val="3000"/>
              <a:buNone/>
            </a:pPr>
            <a:r>
              <a:t/>
            </a:r>
            <a:endParaRPr b="1" sz="2400">
              <a:latin typeface="Tahoma"/>
              <a:ea typeface="Tahoma"/>
              <a:cs typeface="Tahoma"/>
              <a:sym typeface="Tahoma"/>
            </a:endParaRPr>
          </a:p>
        </p:txBody>
      </p:sp>
      <p:sp>
        <p:nvSpPr>
          <p:cNvPr id="603" name="Google Shape;603;p19"/>
          <p:cNvSpPr txBox="1"/>
          <p:nvPr/>
        </p:nvSpPr>
        <p:spPr>
          <a:xfrm>
            <a:off x="2370667" y="1986469"/>
            <a:ext cx="8791500" cy="156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800" u="none" cap="none" strike="noStrike">
                <a:solidFill>
                  <a:schemeClr val="lt1"/>
                </a:solidFill>
                <a:latin typeface="Calibri"/>
                <a:ea typeface="Calibri"/>
                <a:cs typeface="Calibri"/>
                <a:sym typeface="Calibri"/>
              </a:rPr>
              <a:t>         ARM PROCESSOR AND </a:t>
            </a:r>
            <a:endParaRPr/>
          </a:p>
          <a:p>
            <a:pPr indent="0" lvl="0" marL="0" marR="0" rtl="0" algn="l">
              <a:spcBef>
                <a:spcPts val="0"/>
              </a:spcBef>
              <a:spcAft>
                <a:spcPts val="0"/>
              </a:spcAft>
              <a:buNone/>
            </a:pPr>
            <a:r>
              <a:rPr b="1" lang="en-US" sz="4800">
                <a:solidFill>
                  <a:schemeClr val="lt1"/>
                </a:solidFill>
                <a:latin typeface="Calibri"/>
                <a:ea typeface="Calibri"/>
                <a:cs typeface="Calibri"/>
                <a:sym typeface="Calibri"/>
              </a:rPr>
              <a:t>                APPLICATION</a:t>
            </a:r>
            <a:endParaRPr b="1" sz="48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20"/>
          <p:cNvSpPr txBox="1"/>
          <p:nvPr/>
        </p:nvSpPr>
        <p:spPr>
          <a:xfrm>
            <a:off x="2848168" y="3059668"/>
            <a:ext cx="67065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Twentieth Century"/>
                <a:ea typeface="Twentieth Century"/>
                <a:cs typeface="Twentieth Century"/>
                <a:sym typeface="Twentieth Century"/>
              </a:rPr>
              <a:t>Temperature-Controlled Stepper Motor System for Automated Cooling</a:t>
            </a:r>
            <a:endParaRPr/>
          </a:p>
        </p:txBody>
      </p:sp>
      <p:sp>
        <p:nvSpPr>
          <p:cNvPr id="609" name="Google Shape;609;p20"/>
          <p:cNvSpPr txBox="1"/>
          <p:nvPr/>
        </p:nvSpPr>
        <p:spPr>
          <a:xfrm>
            <a:off x="2017745" y="678416"/>
            <a:ext cx="61068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lt1"/>
                </a:solidFill>
                <a:latin typeface="Twentieth Century"/>
                <a:ea typeface="Twentieth Century"/>
                <a:cs typeface="Twentieth Century"/>
                <a:sym typeface="Twentieth Century"/>
              </a:rPr>
              <a:t>Tilte:-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21"/>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wentieth Century"/>
              <a:buNone/>
            </a:pPr>
            <a:r>
              <a:rPr b="1" lang="en-US"/>
              <a:t>TEAM NO:8</a:t>
            </a:r>
            <a:endParaRPr b="1"/>
          </a:p>
        </p:txBody>
      </p:sp>
      <p:graphicFrame>
        <p:nvGraphicFramePr>
          <p:cNvPr id="615" name="Google Shape;615;p21"/>
          <p:cNvGraphicFramePr/>
          <p:nvPr/>
        </p:nvGraphicFramePr>
        <p:xfrm>
          <a:off x="1693333" y="2249488"/>
          <a:ext cx="3000000" cy="3000000"/>
        </p:xfrm>
        <a:graphic>
          <a:graphicData uri="http://schemas.openxmlformats.org/drawingml/2006/table">
            <a:tbl>
              <a:tblPr bandRow="1" firstRow="1">
                <a:noFill/>
                <a:tableStyleId>{6D89985B-4C20-49EA-B6A6-0AEC68662C7C}</a:tableStyleId>
              </a:tblPr>
              <a:tblGrid>
                <a:gridCol w="2799650"/>
                <a:gridCol w="2799650"/>
                <a:gridCol w="2799650"/>
              </a:tblGrid>
              <a:tr h="724150">
                <a:tc>
                  <a:txBody>
                    <a:bodyPr/>
                    <a:lstStyle/>
                    <a:p>
                      <a:pPr indent="0" lvl="0" marL="0" marR="0" rtl="0" algn="l">
                        <a:spcBef>
                          <a:spcPts val="0"/>
                        </a:spcBef>
                        <a:spcAft>
                          <a:spcPts val="0"/>
                        </a:spcAft>
                        <a:buNone/>
                      </a:pPr>
                      <a:r>
                        <a:rPr lang="en-US" sz="3200" u="none" cap="none" strike="noStrike"/>
                        <a:t>          NAME</a:t>
                      </a:r>
                      <a:endParaRPr sz="3200"/>
                    </a:p>
                  </a:txBody>
                  <a:tcPr marT="45725" marB="45725" marR="91450" marL="91450"/>
                </a:tc>
                <a:tc>
                  <a:txBody>
                    <a:bodyPr/>
                    <a:lstStyle/>
                    <a:p>
                      <a:pPr indent="0" lvl="0" marL="0" marR="0" rtl="0" algn="l">
                        <a:spcBef>
                          <a:spcPts val="0"/>
                        </a:spcBef>
                        <a:spcAft>
                          <a:spcPts val="0"/>
                        </a:spcAft>
                        <a:buNone/>
                      </a:pPr>
                      <a:r>
                        <a:rPr lang="en-US" sz="3200"/>
                        <a:t>        RNO</a:t>
                      </a:r>
                      <a:endParaRPr sz="3200"/>
                    </a:p>
                  </a:txBody>
                  <a:tcPr marT="45725" marB="45725" marR="91450" marL="91450"/>
                </a:tc>
                <a:tc>
                  <a:txBody>
                    <a:bodyPr/>
                    <a:lstStyle/>
                    <a:p>
                      <a:pPr indent="0" lvl="0" marL="0" marR="0" rtl="0" algn="l">
                        <a:spcBef>
                          <a:spcPts val="0"/>
                        </a:spcBef>
                        <a:spcAft>
                          <a:spcPts val="0"/>
                        </a:spcAft>
                        <a:buNone/>
                      </a:pPr>
                      <a:r>
                        <a:rPr lang="en-US" sz="3200"/>
                        <a:t>          USN</a:t>
                      </a:r>
                      <a:endParaRPr sz="3200"/>
                    </a:p>
                  </a:txBody>
                  <a:tcPr marT="45725" marB="45725" marR="91450" marL="91450"/>
                </a:tc>
              </a:tr>
              <a:tr h="724150">
                <a:tc>
                  <a:txBody>
                    <a:bodyPr/>
                    <a:lstStyle/>
                    <a:p>
                      <a:pPr indent="0" lvl="0" marL="0" marR="0" rtl="0" algn="l">
                        <a:spcBef>
                          <a:spcPts val="0"/>
                        </a:spcBef>
                        <a:spcAft>
                          <a:spcPts val="0"/>
                        </a:spcAft>
                        <a:buNone/>
                      </a:pPr>
                      <a:r>
                        <a:rPr lang="en-US" sz="2400"/>
                        <a:t>   Sakshi</a:t>
                      </a:r>
                      <a:endParaRPr sz="2400"/>
                    </a:p>
                  </a:txBody>
                  <a:tcPr marT="45725" marB="45725" marR="91450" marL="91450"/>
                </a:tc>
                <a:tc>
                  <a:txBody>
                    <a:bodyPr/>
                    <a:lstStyle/>
                    <a:p>
                      <a:pPr indent="0" lvl="0" marL="0" marR="0" rtl="0" algn="l">
                        <a:spcBef>
                          <a:spcPts val="0"/>
                        </a:spcBef>
                        <a:spcAft>
                          <a:spcPts val="0"/>
                        </a:spcAft>
                        <a:buNone/>
                      </a:pPr>
                      <a:r>
                        <a:rPr lang="en-US" sz="2400"/>
                        <a:t>        636</a:t>
                      </a:r>
                      <a:endParaRPr sz="2400"/>
                    </a:p>
                  </a:txBody>
                  <a:tcPr marT="45725" marB="45725" marR="91450" marL="91450"/>
                </a:tc>
                <a:tc>
                  <a:txBody>
                    <a:bodyPr/>
                    <a:lstStyle/>
                    <a:p>
                      <a:pPr indent="0" lvl="0" marL="0" marR="0" rtl="0" algn="l">
                        <a:spcBef>
                          <a:spcPts val="0"/>
                        </a:spcBef>
                        <a:spcAft>
                          <a:spcPts val="0"/>
                        </a:spcAft>
                        <a:buNone/>
                      </a:pPr>
                      <a:r>
                        <a:rPr lang="en-US" sz="2400"/>
                        <a:t>     01FE23BEC335</a:t>
                      </a:r>
                      <a:endParaRPr sz="2400"/>
                    </a:p>
                  </a:txBody>
                  <a:tcPr marT="45725" marB="45725" marR="91450" marL="91450"/>
                </a:tc>
              </a:tr>
              <a:tr h="724150">
                <a:tc>
                  <a:txBody>
                    <a:bodyPr/>
                    <a:lstStyle/>
                    <a:p>
                      <a:pPr indent="0" lvl="0" marL="0" marR="0" rtl="0" algn="l">
                        <a:spcBef>
                          <a:spcPts val="0"/>
                        </a:spcBef>
                        <a:spcAft>
                          <a:spcPts val="0"/>
                        </a:spcAft>
                        <a:buNone/>
                      </a:pPr>
                      <a:r>
                        <a:rPr lang="en-US" sz="2400"/>
                        <a:t>   Shivani</a:t>
                      </a:r>
                      <a:endParaRPr sz="2400"/>
                    </a:p>
                  </a:txBody>
                  <a:tcPr marT="45725" marB="45725" marR="91450" marL="91450"/>
                </a:tc>
                <a:tc>
                  <a:txBody>
                    <a:bodyPr/>
                    <a:lstStyle/>
                    <a:p>
                      <a:pPr indent="0" lvl="0" marL="0" marR="0" rtl="0" algn="l">
                        <a:spcBef>
                          <a:spcPts val="0"/>
                        </a:spcBef>
                        <a:spcAft>
                          <a:spcPts val="0"/>
                        </a:spcAft>
                        <a:buNone/>
                      </a:pPr>
                      <a:r>
                        <a:rPr lang="en-US" sz="2400"/>
                        <a:t>        638</a:t>
                      </a:r>
                      <a:endParaRPr sz="2400"/>
                    </a:p>
                  </a:txBody>
                  <a:tcPr marT="45725" marB="45725" marR="91450" marL="91450"/>
                </a:tc>
                <a:tc>
                  <a:txBody>
                    <a:bodyPr/>
                    <a:lstStyle/>
                    <a:p>
                      <a:pPr indent="0" lvl="0" marL="0" marR="0" rtl="0" algn="l">
                        <a:spcBef>
                          <a:spcPts val="0"/>
                        </a:spcBef>
                        <a:spcAft>
                          <a:spcPts val="0"/>
                        </a:spcAft>
                        <a:buNone/>
                      </a:pPr>
                      <a:r>
                        <a:rPr lang="en-US" sz="2400"/>
                        <a:t>     01FE23BEC337</a:t>
                      </a:r>
                      <a:endParaRPr sz="2400"/>
                    </a:p>
                  </a:txBody>
                  <a:tcPr marT="45725" marB="45725" marR="91450" marL="91450"/>
                </a:tc>
              </a:tr>
              <a:tr h="724150">
                <a:tc>
                  <a:txBody>
                    <a:bodyPr/>
                    <a:lstStyle/>
                    <a:p>
                      <a:pPr indent="0" lvl="0" marL="0" marR="0" rtl="0" algn="l">
                        <a:spcBef>
                          <a:spcPts val="0"/>
                        </a:spcBef>
                        <a:spcAft>
                          <a:spcPts val="0"/>
                        </a:spcAft>
                        <a:buNone/>
                      </a:pPr>
                      <a:r>
                        <a:rPr lang="en-US" sz="2400"/>
                        <a:t>   Arpita</a:t>
                      </a:r>
                      <a:endParaRPr sz="2400"/>
                    </a:p>
                  </a:txBody>
                  <a:tcPr marT="45725" marB="45725" marR="91450" marL="91450"/>
                </a:tc>
                <a:tc>
                  <a:txBody>
                    <a:bodyPr/>
                    <a:lstStyle/>
                    <a:p>
                      <a:pPr indent="0" lvl="0" marL="0" marR="0" rtl="0" algn="l">
                        <a:spcBef>
                          <a:spcPts val="0"/>
                        </a:spcBef>
                        <a:spcAft>
                          <a:spcPts val="0"/>
                        </a:spcAft>
                        <a:buNone/>
                      </a:pPr>
                      <a:r>
                        <a:rPr lang="en-US" sz="2400"/>
                        <a:t>        656</a:t>
                      </a:r>
                      <a:endParaRPr sz="2400"/>
                    </a:p>
                  </a:txBody>
                  <a:tcPr marT="45725" marB="45725" marR="91450" marL="91450"/>
                </a:tc>
                <a:tc>
                  <a:txBody>
                    <a:bodyPr/>
                    <a:lstStyle/>
                    <a:p>
                      <a:pPr indent="0" lvl="0" marL="0" marR="0" rtl="0" algn="l">
                        <a:spcBef>
                          <a:spcPts val="0"/>
                        </a:spcBef>
                        <a:spcAft>
                          <a:spcPts val="0"/>
                        </a:spcAft>
                        <a:buNone/>
                      </a:pPr>
                      <a:r>
                        <a:rPr lang="en-US" sz="2400"/>
                        <a:t>     01FE23BEC357</a:t>
                      </a:r>
                      <a:endParaRPr sz="2400"/>
                    </a:p>
                  </a:txBody>
                  <a:tcPr marT="45725" marB="45725" marR="91450" marL="91450"/>
                </a:tc>
              </a:tr>
              <a:tr h="724150">
                <a:tc>
                  <a:txBody>
                    <a:bodyPr/>
                    <a:lstStyle/>
                    <a:p>
                      <a:pPr indent="0" lvl="0" marL="0" marR="0" rtl="0" algn="l">
                        <a:spcBef>
                          <a:spcPts val="0"/>
                        </a:spcBef>
                        <a:spcAft>
                          <a:spcPts val="0"/>
                        </a:spcAft>
                        <a:buNone/>
                      </a:pPr>
                      <a:r>
                        <a:rPr lang="en-US" sz="2400"/>
                        <a:t>     Sneha</a:t>
                      </a:r>
                      <a:endParaRPr sz="2400"/>
                    </a:p>
                  </a:txBody>
                  <a:tcPr marT="45725" marB="45725" marR="91450" marL="91450"/>
                </a:tc>
                <a:tc>
                  <a:txBody>
                    <a:bodyPr/>
                    <a:lstStyle/>
                    <a:p>
                      <a:pPr indent="0" lvl="0" marL="0" marR="0" rtl="0" algn="l">
                        <a:spcBef>
                          <a:spcPts val="0"/>
                        </a:spcBef>
                        <a:spcAft>
                          <a:spcPts val="0"/>
                        </a:spcAft>
                        <a:buNone/>
                      </a:pPr>
                      <a:r>
                        <a:rPr lang="en-US" sz="2400"/>
                        <a:t>       622</a:t>
                      </a:r>
                      <a:endParaRPr sz="2400"/>
                    </a:p>
                  </a:txBody>
                  <a:tcPr marT="45725" marB="45725" marR="91450" marL="91450"/>
                </a:tc>
                <a:tc>
                  <a:txBody>
                    <a:bodyPr/>
                    <a:lstStyle/>
                    <a:p>
                      <a:pPr indent="0" lvl="0" marL="0" marR="0" rtl="0" algn="l">
                        <a:spcBef>
                          <a:spcPts val="0"/>
                        </a:spcBef>
                        <a:spcAft>
                          <a:spcPts val="0"/>
                        </a:spcAft>
                        <a:buNone/>
                      </a:pPr>
                      <a:r>
                        <a:rPr lang="en-US" sz="2400"/>
                        <a:t>     01FE23BEC321</a:t>
                      </a:r>
                      <a:endParaRPr sz="2400"/>
                    </a:p>
                  </a:txBody>
                  <a:tcPr marT="45725" marB="45725" marR="91450" marL="9145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22"/>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Twentieth Century"/>
              <a:buNone/>
            </a:pPr>
            <a:r>
              <a:rPr b="1" lang="en-US" sz="4000"/>
              <a:t>                       INTRODUCTION</a:t>
            </a:r>
            <a:endParaRPr b="1" sz="4000"/>
          </a:p>
        </p:txBody>
      </p:sp>
      <p:sp>
        <p:nvSpPr>
          <p:cNvPr id="621" name="Google Shape;621;p22"/>
          <p:cNvSpPr txBox="1"/>
          <p:nvPr>
            <p:ph idx="1" type="body"/>
          </p:nvPr>
        </p:nvSpPr>
        <p:spPr>
          <a:xfrm>
            <a:off x="1548882" y="2832224"/>
            <a:ext cx="9321300" cy="23391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Arial"/>
              <a:buNone/>
            </a:pPr>
            <a:r>
              <a:rPr b="0" i="0" lang="en-US" sz="1600" u="none" cap="none" strike="noStrike">
                <a:solidFill>
                  <a:schemeClr val="lt1"/>
                </a:solidFill>
                <a:latin typeface="Arial"/>
                <a:ea typeface="Arial"/>
                <a:cs typeface="Arial"/>
                <a:sym typeface="Arial"/>
              </a:rPr>
              <a:t>The </a:t>
            </a:r>
            <a:r>
              <a:rPr b="1" i="0" lang="en-US" sz="1600" u="none" cap="none" strike="noStrike">
                <a:solidFill>
                  <a:schemeClr val="lt1"/>
                </a:solidFill>
                <a:latin typeface="Arial"/>
                <a:ea typeface="Arial"/>
                <a:cs typeface="Arial"/>
                <a:sym typeface="Arial"/>
              </a:rPr>
              <a:t>Temperature-Controlled Stepper Motor System for Automated Cooling</a:t>
            </a:r>
            <a:r>
              <a:rPr b="0" i="0" lang="en-US" sz="1600" u="none" cap="none" strike="noStrike">
                <a:solidFill>
                  <a:schemeClr val="lt1"/>
                </a:solidFill>
                <a:latin typeface="Arial"/>
                <a:ea typeface="Arial"/>
                <a:cs typeface="Arial"/>
                <a:sym typeface="Arial"/>
              </a:rPr>
              <a:t> is an embedded project developed using the </a:t>
            </a:r>
            <a:r>
              <a:rPr b="1" i="0" lang="en-US" sz="1600" u="none" cap="none" strike="noStrike">
                <a:solidFill>
                  <a:schemeClr val="lt1"/>
                </a:solidFill>
                <a:latin typeface="Arial"/>
                <a:ea typeface="Arial"/>
                <a:cs typeface="Arial"/>
                <a:sym typeface="Arial"/>
              </a:rPr>
              <a:t>ARM7 LPC2148</a:t>
            </a:r>
            <a:r>
              <a:rPr b="0" i="0" lang="en-US" sz="1600" u="none" cap="none" strike="noStrike">
                <a:solidFill>
                  <a:schemeClr val="lt1"/>
                </a:solidFill>
                <a:latin typeface="Arial"/>
                <a:ea typeface="Arial"/>
                <a:cs typeface="Arial"/>
                <a:sym typeface="Arial"/>
              </a:rPr>
              <a:t> microcontroller and </a:t>
            </a:r>
            <a:r>
              <a:rPr b="1" i="0" lang="en-US" sz="1600" u="none" cap="none" strike="noStrike">
                <a:solidFill>
                  <a:schemeClr val="lt1"/>
                </a:solidFill>
                <a:latin typeface="Arial"/>
                <a:ea typeface="Arial"/>
                <a:cs typeface="Arial"/>
                <a:sym typeface="Arial"/>
              </a:rPr>
              <a:t>Keil IDE</a:t>
            </a:r>
            <a:r>
              <a:rPr b="0" i="0" lang="en-US" sz="1600" u="none" cap="none" strike="noStrike">
                <a:solidFill>
                  <a:schemeClr val="lt1"/>
                </a:solidFill>
                <a:latin typeface="Arial"/>
                <a:ea typeface="Arial"/>
                <a:cs typeface="Arial"/>
                <a:sym typeface="Arial"/>
              </a:rPr>
              <a:t>. It aims to automatically regulate cooling based on ambient temperature. A temperature sensor (e.g., LM35) continuously monitors the environment, and the sensor's analog data is processed using the LPC2148’s inbuilt ADC. When the temperature exceeds a defined threshold, the microcontroller activates a </a:t>
            </a:r>
            <a:r>
              <a:rPr b="1" i="0" lang="en-US" sz="1600" u="none" cap="none" strike="noStrike">
                <a:solidFill>
                  <a:schemeClr val="lt1"/>
                </a:solidFill>
                <a:latin typeface="Arial"/>
                <a:ea typeface="Arial"/>
                <a:cs typeface="Arial"/>
                <a:sym typeface="Arial"/>
              </a:rPr>
              <a:t>stepper motor</a:t>
            </a:r>
            <a:r>
              <a:rPr b="0" i="0" lang="en-US" sz="1600" u="none" cap="none" strike="noStrike">
                <a:solidFill>
                  <a:schemeClr val="lt1"/>
                </a:solidFill>
                <a:latin typeface="Arial"/>
                <a:ea typeface="Arial"/>
                <a:cs typeface="Arial"/>
                <a:sym typeface="Arial"/>
              </a:rPr>
              <a:t> to control a cooling mechanism such as vents or fans. This system offers precise control, energy efficiency, and real-time response, making it ideal for smart cooling applications in industrial and residential settings.</a:t>
            </a:r>
            <a:endParaRPr/>
          </a:p>
          <a:p>
            <a:pPr indent="0" lvl="0" marL="0" marR="0" rtl="0" algn="l">
              <a:lnSpc>
                <a:spcPct val="100000"/>
              </a:lnSpc>
              <a:spcBef>
                <a:spcPts val="0"/>
              </a:spcBef>
              <a:spcAft>
                <a:spcPts val="0"/>
              </a:spcAft>
              <a:buClr>
                <a:schemeClr val="lt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23"/>
          <p:cNvSpPr txBox="1"/>
          <p:nvPr/>
        </p:nvSpPr>
        <p:spPr>
          <a:xfrm>
            <a:off x="2260342" y="1623727"/>
            <a:ext cx="7014300" cy="19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Twentieth Century"/>
                <a:ea typeface="Twentieth Century"/>
                <a:cs typeface="Twentieth Century"/>
                <a:sym typeface="Twentieth Century"/>
              </a:rPr>
              <a:t>System Behavior:</a:t>
            </a:r>
            <a:endParaRPr/>
          </a:p>
          <a:p>
            <a:pPr indent="0" lvl="0" marL="0" marR="0" rtl="0" algn="l">
              <a:spcBef>
                <a:spcPts val="0"/>
              </a:spcBef>
              <a:spcAft>
                <a:spcPts val="0"/>
              </a:spcAft>
              <a:buNone/>
            </a:pPr>
            <a:r>
              <a:rPr lang="en-US" sz="2400">
                <a:solidFill>
                  <a:schemeClr val="lt1"/>
                </a:solidFill>
                <a:latin typeface="Twentieth Century"/>
                <a:ea typeface="Twentieth Century"/>
                <a:cs typeface="Twentieth Century"/>
                <a:sym typeface="Twentieth Century"/>
              </a:rPr>
              <a:t>When temperature rises (heating) → Stepper motor stops.</a:t>
            </a:r>
            <a:endParaRPr/>
          </a:p>
          <a:p>
            <a:pPr indent="0" lvl="0" marL="0" marR="0" rtl="0" algn="l">
              <a:spcBef>
                <a:spcPts val="0"/>
              </a:spcBef>
              <a:spcAft>
                <a:spcPts val="0"/>
              </a:spcAft>
              <a:buNone/>
            </a:pPr>
            <a:r>
              <a:rPr lang="en-US" sz="2400">
                <a:solidFill>
                  <a:schemeClr val="lt1"/>
                </a:solidFill>
                <a:latin typeface="Twentieth Century"/>
                <a:ea typeface="Twentieth Century"/>
                <a:cs typeface="Twentieth Century"/>
                <a:sym typeface="Twentieth Century"/>
              </a:rPr>
              <a:t>When temperature falls (cooling) → Stepper motor starts/rotates.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25"/>
          <p:cNvSpPr txBox="1"/>
          <p:nvPr>
            <p:ph type="title"/>
          </p:nvPr>
        </p:nvSpPr>
        <p:spPr>
          <a:xfrm>
            <a:off x="1141413" y="618518"/>
            <a:ext cx="9542100" cy="911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wentieth Century"/>
              <a:buNone/>
            </a:pPr>
            <a:r>
              <a:rPr b="1" lang="en-US" sz="4400"/>
              <a:t>CODE</a:t>
            </a:r>
            <a:endParaRPr b="1" sz="4400"/>
          </a:p>
        </p:txBody>
      </p:sp>
      <p:pic>
        <p:nvPicPr>
          <p:cNvPr id="636" name="Google Shape;636;p25"/>
          <p:cNvPicPr preferRelativeResize="0"/>
          <p:nvPr>
            <p:ph idx="1" type="body"/>
          </p:nvPr>
        </p:nvPicPr>
        <p:blipFill rotWithShape="1">
          <a:blip r:embed="rId3">
            <a:alphaModFix/>
          </a:blip>
          <a:srcRect b="0" l="0" r="0" t="0"/>
          <a:stretch/>
        </p:blipFill>
        <p:spPr>
          <a:xfrm>
            <a:off x="373225" y="1595536"/>
            <a:ext cx="5480400" cy="5262600"/>
          </a:xfrm>
          <a:prstGeom prst="rect">
            <a:avLst/>
          </a:prstGeom>
          <a:noFill/>
          <a:ln>
            <a:noFill/>
          </a:ln>
        </p:spPr>
      </p:pic>
      <p:pic>
        <p:nvPicPr>
          <p:cNvPr id="637" name="Google Shape;637;p25"/>
          <p:cNvPicPr preferRelativeResize="0"/>
          <p:nvPr/>
        </p:nvPicPr>
        <p:blipFill rotWithShape="1">
          <a:blip r:embed="rId4">
            <a:alphaModFix/>
          </a:blip>
          <a:srcRect b="0" l="0" r="0" t="0"/>
          <a:stretch/>
        </p:blipFill>
        <p:spPr>
          <a:xfrm>
            <a:off x="5853495" y="1530220"/>
            <a:ext cx="6263610" cy="54876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p26"/>
          <p:cNvPicPr preferRelativeResize="0"/>
          <p:nvPr/>
        </p:nvPicPr>
        <p:blipFill rotWithShape="1">
          <a:blip r:embed="rId3">
            <a:alphaModFix/>
          </a:blip>
          <a:srcRect b="0" l="0" r="0" t="0"/>
          <a:stretch/>
        </p:blipFill>
        <p:spPr>
          <a:xfrm>
            <a:off x="0" y="200025"/>
            <a:ext cx="12192000" cy="6457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27"/>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wentieth Century"/>
              <a:buNone/>
            </a:pPr>
            <a:r>
              <a:rPr b="1" lang="en-US"/>
              <a:t>OUTPUT VIDEO</a:t>
            </a:r>
            <a:endParaRPr b="1"/>
          </a:p>
        </p:txBody>
      </p:sp>
      <p:pic>
        <p:nvPicPr>
          <p:cNvPr id="648" name="Google Shape;648;p27"/>
          <p:cNvPicPr preferRelativeResize="0"/>
          <p:nvPr>
            <p:ph idx="1" type="body"/>
          </p:nvPr>
        </p:nvPicPr>
        <p:blipFill rotWithShape="1">
          <a:blip r:embed="rId3">
            <a:alphaModFix/>
          </a:blip>
          <a:srcRect b="0" l="0" r="0" t="0"/>
          <a:stretch/>
        </p:blipFill>
        <p:spPr>
          <a:xfrm>
            <a:off x="1026368" y="2097088"/>
            <a:ext cx="8658900" cy="4247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5000"/>
                                        <p:tgtEl>
                                          <p:spTgt spid="6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28"/>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wentieth Century"/>
              <a:buNone/>
            </a:pPr>
            <a:r>
              <a:rPr b="1" lang="en-US"/>
              <a:t>OUTPUT PHOTO</a:t>
            </a:r>
            <a:endParaRPr b="1"/>
          </a:p>
        </p:txBody>
      </p:sp>
      <p:pic>
        <p:nvPicPr>
          <p:cNvPr id="654" name="Google Shape;654;p28"/>
          <p:cNvPicPr preferRelativeResize="0"/>
          <p:nvPr>
            <p:ph idx="1" type="body"/>
          </p:nvPr>
        </p:nvPicPr>
        <p:blipFill rotWithShape="1">
          <a:blip r:embed="rId3">
            <a:alphaModFix/>
          </a:blip>
          <a:srcRect b="0" l="0" r="0" t="0"/>
          <a:stretch/>
        </p:blipFill>
        <p:spPr>
          <a:xfrm>
            <a:off x="1002900" y="1931438"/>
            <a:ext cx="9027600" cy="4609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29"/>
          <p:cNvSpPr txBox="1"/>
          <p:nvPr>
            <p:ph type="title"/>
          </p:nvPr>
        </p:nvSpPr>
        <p:spPr>
          <a:xfrm>
            <a:off x="1141413" y="618518"/>
            <a:ext cx="9906000" cy="147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wentieth Century"/>
              <a:buNone/>
            </a:pPr>
            <a:r>
              <a:rPr lang="en-US"/>
              <a:t>CONCLUSION:</a:t>
            </a:r>
            <a:endParaRPr/>
          </a:p>
        </p:txBody>
      </p:sp>
      <p:sp>
        <p:nvSpPr>
          <p:cNvPr id="660" name="Google Shape;660;p29"/>
          <p:cNvSpPr txBox="1"/>
          <p:nvPr>
            <p:ph idx="1" type="body"/>
          </p:nvPr>
        </p:nvSpPr>
        <p:spPr>
          <a:xfrm>
            <a:off x="1141412" y="2249487"/>
            <a:ext cx="9906000" cy="354180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lt1"/>
              </a:buClr>
              <a:buSzPts val="3000"/>
              <a:buChar char="•"/>
            </a:pPr>
            <a:r>
              <a:rPr lang="en-US"/>
              <a:t>If the temperature rises above the threshold, the controller halts the stepper motor to prevent thermal buildup.Once the temperature drops below the threshold, the controller restarts the motor, allowing motion only under safe thermal conditions.This closed-loop feedback system ensures automated cooling through controlled actuation, enhancing safety and efficiency.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ircuit">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